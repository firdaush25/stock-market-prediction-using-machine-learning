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71" r:id="rId14"/>
    <p:sldId id="272" r:id="rId15"/>
    <p:sldId id="267" r:id="rId16"/>
    <p:sldId id="268" r:id="rId17"/>
    <p:sldId id="269" r:id="rId18"/>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entury Schoolbook"/>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entury Schoolbook"/>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entury Schoolbook"/>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entury Schoolbook"/>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entury Schoolbook"/>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entury Schoolbook"/>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entury Schoolbook"/>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entury Schoolbook"/>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entury Schoolbook"/>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CD4BF7-A140-4893-96DA-200B4CF2BBDB}" v="48" dt="2023-05-08T10:57:38.719"/>
    <p1510:client id="{73709632-A837-493B-9BE9-FB7063DEF117}" v="26" dt="2022-12-30T18:54:05.212"/>
    <p1510:client id="{93F4509F-1177-4546-AAFD-B294190C6AEA}" v="37" dt="2023-05-25T06:51:40.091"/>
    <p1510:client id="{BE042FB1-5D39-4E88-B738-067CB084CC73}" v="548" dt="2023-05-08T06:01:49.498"/>
    <p1510:client id="{EE130D60-2177-41BA-8F5C-B2F1AC9CE75A}" v="133" dt="2023-05-24T19:47:05.339"/>
    <p1510:client id="{F9802FD9-9927-4CC6-9816-81DE0D76E633}" v="877" dt="2022-12-30T18:43:40.470"/>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D4D5"/>
          </a:solidFill>
        </a:fill>
      </a:tcStyle>
    </a:wholeTbl>
    <a:band2H>
      <a:tcTxStyle/>
      <a:tcStyle>
        <a:tcBdr/>
        <a:fill>
          <a:solidFill>
            <a:srgbClr val="EBEBEB"/>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1E5D9"/>
          </a:solidFill>
        </a:fill>
      </a:tcStyle>
    </a:wholeTbl>
    <a:band2H>
      <a:tcTxStyle/>
      <a:tcStyle>
        <a:tcBdr/>
        <a:fill>
          <a:solidFill>
            <a:srgbClr val="F0F3ED"/>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D4D1"/>
          </a:solidFill>
        </a:fill>
      </a:tcStyle>
    </a:wholeTbl>
    <a:band2H>
      <a:tcTxStyle/>
      <a:tcStyle>
        <a:tcBdr/>
        <a:fill>
          <a:solidFill>
            <a:srgbClr val="EFEBEA"/>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RDAUSH ALAM" userId="bcbe67a656853b86" providerId="Windows Live" clId="Web-{EE130D60-2177-41BA-8F5C-B2F1AC9CE75A}"/>
    <pc:docChg chg="modSld">
      <pc:chgData name="FIRDAUSH ALAM" userId="bcbe67a656853b86" providerId="Windows Live" clId="Web-{EE130D60-2177-41BA-8F5C-B2F1AC9CE75A}" dt="2023-05-24T19:47:02.776" v="98" actId="20577"/>
      <pc:docMkLst>
        <pc:docMk/>
      </pc:docMkLst>
      <pc:sldChg chg="modSp">
        <pc:chgData name="FIRDAUSH ALAM" userId="bcbe67a656853b86" providerId="Windows Live" clId="Web-{EE130D60-2177-41BA-8F5C-B2F1AC9CE75A}" dt="2023-05-24T19:47:02.776" v="98" actId="20577"/>
        <pc:sldMkLst>
          <pc:docMk/>
          <pc:sldMk cId="0" sldId="256"/>
        </pc:sldMkLst>
        <pc:spChg chg="mod">
          <ac:chgData name="FIRDAUSH ALAM" userId="bcbe67a656853b86" providerId="Windows Live" clId="Web-{EE130D60-2177-41BA-8F5C-B2F1AC9CE75A}" dt="2023-05-24T19:47:02.776" v="98" actId="20577"/>
          <ac:spMkLst>
            <pc:docMk/>
            <pc:sldMk cId="0" sldId="256"/>
            <ac:spMk id="104" creationId="{00000000-0000-0000-0000-000000000000}"/>
          </ac:spMkLst>
        </pc:spChg>
        <pc:picChg chg="mod">
          <ac:chgData name="FIRDAUSH ALAM" userId="bcbe67a656853b86" providerId="Windows Live" clId="Web-{EE130D60-2177-41BA-8F5C-B2F1AC9CE75A}" dt="2023-05-24T19:46:56.385" v="36" actId="1076"/>
          <ac:picMkLst>
            <pc:docMk/>
            <pc:sldMk cId="0" sldId="256"/>
            <ac:picMk id="98" creationId="{00000000-0000-0000-0000-000000000000}"/>
          </ac:picMkLst>
        </pc:picChg>
        <pc:picChg chg="mod">
          <ac:chgData name="FIRDAUSH ALAM" userId="bcbe67a656853b86" providerId="Windows Live" clId="Web-{EE130D60-2177-41BA-8F5C-B2F1AC9CE75A}" dt="2023-05-24T19:46:53.823" v="35" actId="1076"/>
          <ac:picMkLst>
            <pc:docMk/>
            <pc:sldMk cId="0" sldId="256"/>
            <ac:picMk id="100" creationId="{00000000-0000-0000-0000-000000000000}"/>
          </ac:picMkLst>
        </pc:picChg>
      </pc:sldChg>
    </pc:docChg>
  </pc:docChgLst>
  <pc:docChgLst>
    <pc:chgData name="FIRDAUSH ALAM" userId="bcbe67a656853b86" providerId="Windows Live" clId="Web-{93F4509F-1177-4546-AAFD-B294190C6AEA}"/>
    <pc:docChg chg="modSld">
      <pc:chgData name="FIRDAUSH ALAM" userId="bcbe67a656853b86" providerId="Windows Live" clId="Web-{93F4509F-1177-4546-AAFD-B294190C6AEA}" dt="2023-05-25T06:51:39.169" v="17" actId="20577"/>
      <pc:docMkLst>
        <pc:docMk/>
      </pc:docMkLst>
      <pc:sldChg chg="modSp">
        <pc:chgData name="FIRDAUSH ALAM" userId="bcbe67a656853b86" providerId="Windows Live" clId="Web-{93F4509F-1177-4546-AAFD-B294190C6AEA}" dt="2023-05-25T06:51:39.169" v="17" actId="20577"/>
        <pc:sldMkLst>
          <pc:docMk/>
          <pc:sldMk cId="0" sldId="259"/>
        </pc:sldMkLst>
        <pc:spChg chg="mod">
          <ac:chgData name="FIRDAUSH ALAM" userId="bcbe67a656853b86" providerId="Windows Live" clId="Web-{93F4509F-1177-4546-AAFD-B294190C6AEA}" dt="2023-05-25T06:51:39.169" v="17" actId="20577"/>
          <ac:spMkLst>
            <pc:docMk/>
            <pc:sldMk cId="0" sldId="259"/>
            <ac:spMk id="136" creationId="{00000000-0000-0000-0000-000000000000}"/>
          </ac:spMkLst>
        </pc:spChg>
      </pc:sldChg>
    </pc:docChg>
  </pc:docChgLst>
  <pc:docChgLst>
    <pc:chgData name="FIRDAUSH ALAM" userId="bcbe67a656853b86" providerId="Windows Live" clId="Web-{73709632-A837-493B-9BE9-FB7063DEF117}"/>
    <pc:docChg chg="modSld">
      <pc:chgData name="FIRDAUSH ALAM" userId="bcbe67a656853b86" providerId="Windows Live" clId="Web-{73709632-A837-493B-9BE9-FB7063DEF117}" dt="2022-12-30T18:54:05.212" v="20" actId="1076"/>
      <pc:docMkLst>
        <pc:docMk/>
      </pc:docMkLst>
      <pc:sldChg chg="modSp">
        <pc:chgData name="FIRDAUSH ALAM" userId="bcbe67a656853b86" providerId="Windows Live" clId="Web-{73709632-A837-493B-9BE9-FB7063DEF117}" dt="2022-12-30T18:54:05.212" v="20" actId="1076"/>
        <pc:sldMkLst>
          <pc:docMk/>
          <pc:sldMk cId="0" sldId="268"/>
        </pc:sldMkLst>
        <pc:spChg chg="mod">
          <ac:chgData name="FIRDAUSH ALAM" userId="bcbe67a656853b86" providerId="Windows Live" clId="Web-{73709632-A837-493B-9BE9-FB7063DEF117}" dt="2022-12-30T18:54:05.212" v="20" actId="1076"/>
          <ac:spMkLst>
            <pc:docMk/>
            <pc:sldMk cId="0" sldId="268"/>
            <ac:spMk id="274" creationId="{00000000-0000-0000-0000-000000000000}"/>
          </ac:spMkLst>
        </pc:spChg>
      </pc:sldChg>
    </pc:docChg>
  </pc:docChgLst>
  <pc:docChgLst>
    <pc:chgData name="FIRDAUSH ALAM" userId="bcbe67a656853b86" providerId="Windows Live" clId="Web-{4BCD4BF7-A140-4893-96DA-200B4CF2BBDB}"/>
    <pc:docChg chg="modSld">
      <pc:chgData name="FIRDAUSH ALAM" userId="bcbe67a656853b86" providerId="Windows Live" clId="Web-{4BCD4BF7-A140-4893-96DA-200B4CF2BBDB}" dt="2023-05-08T10:57:38.719" v="23" actId="1076"/>
      <pc:docMkLst>
        <pc:docMk/>
      </pc:docMkLst>
      <pc:sldChg chg="modSp">
        <pc:chgData name="FIRDAUSH ALAM" userId="bcbe67a656853b86" providerId="Windows Live" clId="Web-{4BCD4BF7-A140-4893-96DA-200B4CF2BBDB}" dt="2023-05-08T10:14:19.339" v="4" actId="20577"/>
        <pc:sldMkLst>
          <pc:docMk/>
          <pc:sldMk cId="0" sldId="258"/>
        </pc:sldMkLst>
        <pc:spChg chg="mod">
          <ac:chgData name="FIRDAUSH ALAM" userId="bcbe67a656853b86" providerId="Windows Live" clId="Web-{4BCD4BF7-A140-4893-96DA-200B4CF2BBDB}" dt="2023-05-08T10:14:19.339" v="4" actId="20577"/>
          <ac:spMkLst>
            <pc:docMk/>
            <pc:sldMk cId="0" sldId="258"/>
            <ac:spMk id="131" creationId="{00000000-0000-0000-0000-000000000000}"/>
          </ac:spMkLst>
        </pc:spChg>
      </pc:sldChg>
      <pc:sldChg chg="modSp">
        <pc:chgData name="FIRDAUSH ALAM" userId="bcbe67a656853b86" providerId="Windows Live" clId="Web-{4BCD4BF7-A140-4893-96DA-200B4CF2BBDB}" dt="2023-05-08T10:51:48.644" v="16" actId="20577"/>
        <pc:sldMkLst>
          <pc:docMk/>
          <pc:sldMk cId="0" sldId="260"/>
        </pc:sldMkLst>
        <pc:spChg chg="mod">
          <ac:chgData name="FIRDAUSH ALAM" userId="bcbe67a656853b86" providerId="Windows Live" clId="Web-{4BCD4BF7-A140-4893-96DA-200B4CF2BBDB}" dt="2023-05-08T10:51:48.644" v="16" actId="20577"/>
          <ac:spMkLst>
            <pc:docMk/>
            <pc:sldMk cId="0" sldId="260"/>
            <ac:spMk id="142" creationId="{00000000-0000-0000-0000-000000000000}"/>
          </ac:spMkLst>
        </pc:spChg>
      </pc:sldChg>
      <pc:sldChg chg="modSp">
        <pc:chgData name="FIRDAUSH ALAM" userId="bcbe67a656853b86" providerId="Windows Live" clId="Web-{4BCD4BF7-A140-4893-96DA-200B4CF2BBDB}" dt="2023-05-08T10:57:38.719" v="23" actId="1076"/>
        <pc:sldMkLst>
          <pc:docMk/>
          <pc:sldMk cId="0" sldId="264"/>
        </pc:sldMkLst>
        <pc:grpChg chg="mod">
          <ac:chgData name="FIRDAUSH ALAM" userId="bcbe67a656853b86" providerId="Windows Live" clId="Web-{4BCD4BF7-A140-4893-96DA-200B4CF2BBDB}" dt="2023-05-08T10:45:18.349" v="5" actId="14100"/>
          <ac:grpSpMkLst>
            <pc:docMk/>
            <pc:sldMk cId="0" sldId="264"/>
            <ac:grpSpMk id="236" creationId="{00000000-0000-0000-0000-000000000000}"/>
          </ac:grpSpMkLst>
        </pc:grpChg>
        <pc:grpChg chg="mod">
          <ac:chgData name="FIRDAUSH ALAM" userId="bcbe67a656853b86" providerId="Windows Live" clId="Web-{4BCD4BF7-A140-4893-96DA-200B4CF2BBDB}" dt="2023-05-08T10:57:38.719" v="23" actId="1076"/>
          <ac:grpSpMkLst>
            <pc:docMk/>
            <pc:sldMk cId="0" sldId="264"/>
            <ac:grpSpMk id="239" creationId="{00000000-0000-0000-0000-000000000000}"/>
          </ac:grpSpMkLst>
        </pc:grpChg>
      </pc:sldChg>
      <pc:sldChg chg="modSp">
        <pc:chgData name="FIRDAUSH ALAM" userId="bcbe67a656853b86" providerId="Windows Live" clId="Web-{4BCD4BF7-A140-4893-96DA-200B4CF2BBDB}" dt="2023-05-08T10:53:56.758" v="22" actId="20577"/>
        <pc:sldMkLst>
          <pc:docMk/>
          <pc:sldMk cId="0" sldId="268"/>
        </pc:sldMkLst>
        <pc:spChg chg="mod">
          <ac:chgData name="FIRDAUSH ALAM" userId="bcbe67a656853b86" providerId="Windows Live" clId="Web-{4BCD4BF7-A140-4893-96DA-200B4CF2BBDB}" dt="2023-05-08T10:53:56.758" v="22" actId="20577"/>
          <ac:spMkLst>
            <pc:docMk/>
            <pc:sldMk cId="0" sldId="268"/>
            <ac:spMk id="274" creationId="{00000000-0000-0000-0000-000000000000}"/>
          </ac:spMkLst>
        </pc:spChg>
      </pc:sldChg>
      <pc:sldChg chg="modSp">
        <pc:chgData name="FIRDAUSH ALAM" userId="bcbe67a656853b86" providerId="Windows Live" clId="Web-{4BCD4BF7-A140-4893-96DA-200B4CF2BBDB}" dt="2023-05-08T09:44:19.833" v="0" actId="20577"/>
        <pc:sldMkLst>
          <pc:docMk/>
          <pc:sldMk cId="2130037232" sldId="272"/>
        </pc:sldMkLst>
        <pc:spChg chg="mod">
          <ac:chgData name="FIRDAUSH ALAM" userId="bcbe67a656853b86" providerId="Windows Live" clId="Web-{4BCD4BF7-A140-4893-96DA-200B4CF2BBDB}" dt="2023-05-08T09:44:19.833" v="0" actId="20577"/>
          <ac:spMkLst>
            <pc:docMk/>
            <pc:sldMk cId="2130037232" sldId="272"/>
            <ac:spMk id="2" creationId="{1C81D520-3A50-D3DD-EC24-7C0165997BE2}"/>
          </ac:spMkLst>
        </pc:spChg>
      </pc:sldChg>
    </pc:docChg>
  </pc:docChgLst>
  <pc:docChgLst>
    <pc:chgData name="FIRDAUSH ALAM" userId="bcbe67a656853b86" providerId="Windows Live" clId="Web-{F9802FD9-9927-4CC6-9816-81DE0D76E633}"/>
    <pc:docChg chg="modSld">
      <pc:chgData name="FIRDAUSH ALAM" userId="bcbe67a656853b86" providerId="Windows Live" clId="Web-{F9802FD9-9927-4CC6-9816-81DE0D76E633}" dt="2022-12-30T18:43:37.845" v="486" actId="20577"/>
      <pc:docMkLst>
        <pc:docMk/>
      </pc:docMkLst>
      <pc:sldChg chg="modSp">
        <pc:chgData name="FIRDAUSH ALAM" userId="bcbe67a656853b86" providerId="Windows Live" clId="Web-{F9802FD9-9927-4CC6-9816-81DE0D76E633}" dt="2022-12-30T18:43:37.845" v="486" actId="20577"/>
        <pc:sldMkLst>
          <pc:docMk/>
          <pc:sldMk cId="0" sldId="257"/>
        </pc:sldMkLst>
        <pc:spChg chg="mod">
          <ac:chgData name="FIRDAUSH ALAM" userId="bcbe67a656853b86" providerId="Windows Live" clId="Web-{F9802FD9-9927-4CC6-9816-81DE0D76E633}" dt="2022-12-30T17:47:48.022" v="0" actId="20577"/>
          <ac:spMkLst>
            <pc:docMk/>
            <pc:sldMk cId="0" sldId="257"/>
            <ac:spMk id="120" creationId="{00000000-0000-0000-0000-000000000000}"/>
          </ac:spMkLst>
        </pc:spChg>
        <pc:spChg chg="mod">
          <ac:chgData name="FIRDAUSH ALAM" userId="bcbe67a656853b86" providerId="Windows Live" clId="Web-{F9802FD9-9927-4CC6-9816-81DE0D76E633}" dt="2022-12-30T18:43:37.845" v="486" actId="20577"/>
          <ac:spMkLst>
            <pc:docMk/>
            <pc:sldMk cId="0" sldId="257"/>
            <ac:spMk id="126" creationId="{00000000-0000-0000-0000-000000000000}"/>
          </ac:spMkLst>
        </pc:spChg>
      </pc:sldChg>
      <pc:sldChg chg="modSp">
        <pc:chgData name="FIRDAUSH ALAM" userId="bcbe67a656853b86" providerId="Windows Live" clId="Web-{F9802FD9-9927-4CC6-9816-81DE0D76E633}" dt="2022-12-30T18:43:19.453" v="485" actId="1076"/>
        <pc:sldMkLst>
          <pc:docMk/>
          <pc:sldMk cId="0" sldId="258"/>
        </pc:sldMkLst>
        <pc:spChg chg="mod">
          <ac:chgData name="FIRDAUSH ALAM" userId="bcbe67a656853b86" providerId="Windows Live" clId="Web-{F9802FD9-9927-4CC6-9816-81DE0D76E633}" dt="2022-12-30T17:48:15.274" v="2" actId="1076"/>
          <ac:spMkLst>
            <pc:docMk/>
            <pc:sldMk cId="0" sldId="258"/>
            <ac:spMk id="130" creationId="{00000000-0000-0000-0000-000000000000}"/>
          </ac:spMkLst>
        </pc:spChg>
        <pc:spChg chg="mod">
          <ac:chgData name="FIRDAUSH ALAM" userId="bcbe67a656853b86" providerId="Windows Live" clId="Web-{F9802FD9-9927-4CC6-9816-81DE0D76E633}" dt="2022-12-30T18:43:19.453" v="485" actId="1076"/>
          <ac:spMkLst>
            <pc:docMk/>
            <pc:sldMk cId="0" sldId="258"/>
            <ac:spMk id="131" creationId="{00000000-0000-0000-0000-000000000000}"/>
          </ac:spMkLst>
        </pc:spChg>
      </pc:sldChg>
      <pc:sldChg chg="modSp">
        <pc:chgData name="FIRDAUSH ALAM" userId="bcbe67a656853b86" providerId="Windows Live" clId="Web-{F9802FD9-9927-4CC6-9816-81DE0D76E633}" dt="2022-12-30T17:48:26.228" v="4" actId="20577"/>
        <pc:sldMkLst>
          <pc:docMk/>
          <pc:sldMk cId="0" sldId="259"/>
        </pc:sldMkLst>
        <pc:spChg chg="mod">
          <ac:chgData name="FIRDAUSH ALAM" userId="bcbe67a656853b86" providerId="Windows Live" clId="Web-{F9802FD9-9927-4CC6-9816-81DE0D76E633}" dt="2022-12-30T17:48:26.228" v="4" actId="20577"/>
          <ac:spMkLst>
            <pc:docMk/>
            <pc:sldMk cId="0" sldId="259"/>
            <ac:spMk id="136" creationId="{00000000-0000-0000-0000-000000000000}"/>
          </ac:spMkLst>
        </pc:spChg>
      </pc:sldChg>
      <pc:sldChg chg="addSp delSp modSp">
        <pc:chgData name="FIRDAUSH ALAM" userId="bcbe67a656853b86" providerId="Windows Live" clId="Web-{F9802FD9-9927-4CC6-9816-81DE0D76E633}" dt="2022-12-30T17:53:44.314" v="21" actId="1076"/>
        <pc:sldMkLst>
          <pc:docMk/>
          <pc:sldMk cId="0" sldId="265"/>
        </pc:sldMkLst>
        <pc:picChg chg="add del mod">
          <ac:chgData name="FIRDAUSH ALAM" userId="bcbe67a656853b86" providerId="Windows Live" clId="Web-{F9802FD9-9927-4CC6-9816-81DE0D76E633}" dt="2022-12-30T17:52:59.420" v="14"/>
          <ac:picMkLst>
            <pc:docMk/>
            <pc:sldMk cId="0" sldId="265"/>
            <ac:picMk id="2" creationId="{EA25DFB8-2107-5AB6-3B66-2A00CEDDB672}"/>
          </ac:picMkLst>
        </pc:picChg>
        <pc:picChg chg="add mod">
          <ac:chgData name="FIRDAUSH ALAM" userId="bcbe67a656853b86" providerId="Windows Live" clId="Web-{F9802FD9-9927-4CC6-9816-81DE0D76E633}" dt="2022-12-30T17:53:44.314" v="21" actId="1076"/>
          <ac:picMkLst>
            <pc:docMk/>
            <pc:sldMk cId="0" sldId="265"/>
            <ac:picMk id="3" creationId="{13EA723D-E854-2F60-82CE-998D87D86EB0}"/>
          </ac:picMkLst>
        </pc:picChg>
        <pc:picChg chg="del">
          <ac:chgData name="FIRDAUSH ALAM" userId="bcbe67a656853b86" providerId="Windows Live" clId="Web-{F9802FD9-9927-4CC6-9816-81DE0D76E633}" dt="2022-12-30T17:49:29.654" v="5"/>
          <ac:picMkLst>
            <pc:docMk/>
            <pc:sldMk cId="0" sldId="265"/>
            <ac:picMk id="257" creationId="{00000000-0000-0000-0000-000000000000}"/>
          </ac:picMkLst>
        </pc:picChg>
      </pc:sldChg>
      <pc:sldChg chg="modSp">
        <pc:chgData name="FIRDAUSH ALAM" userId="bcbe67a656853b86" providerId="Windows Live" clId="Web-{F9802FD9-9927-4CC6-9816-81DE0D76E633}" dt="2022-12-30T17:54:16.691" v="22" actId="20577"/>
        <pc:sldMkLst>
          <pc:docMk/>
          <pc:sldMk cId="0" sldId="266"/>
        </pc:sldMkLst>
        <pc:spChg chg="mod">
          <ac:chgData name="FIRDAUSH ALAM" userId="bcbe67a656853b86" providerId="Windows Live" clId="Web-{F9802FD9-9927-4CC6-9816-81DE0D76E633}" dt="2022-12-30T17:54:16.691" v="22" actId="20577"/>
          <ac:spMkLst>
            <pc:docMk/>
            <pc:sldMk cId="0" sldId="266"/>
            <ac:spMk id="266" creationId="{00000000-0000-0000-0000-000000000000}"/>
          </ac:spMkLst>
        </pc:spChg>
      </pc:sldChg>
      <pc:sldChg chg="modSp">
        <pc:chgData name="FIRDAUSH ALAM" userId="bcbe67a656853b86" providerId="Windows Live" clId="Web-{F9802FD9-9927-4CC6-9816-81DE0D76E633}" dt="2022-12-30T17:54:55.522" v="31" actId="20577"/>
        <pc:sldMkLst>
          <pc:docMk/>
          <pc:sldMk cId="0" sldId="267"/>
        </pc:sldMkLst>
        <pc:spChg chg="mod">
          <ac:chgData name="FIRDAUSH ALAM" userId="bcbe67a656853b86" providerId="Windows Live" clId="Web-{F9802FD9-9927-4CC6-9816-81DE0D76E633}" dt="2022-12-30T17:54:22.551" v="23" actId="20577"/>
          <ac:spMkLst>
            <pc:docMk/>
            <pc:sldMk cId="0" sldId="267"/>
            <ac:spMk id="271" creationId="{00000000-0000-0000-0000-000000000000}"/>
          </ac:spMkLst>
        </pc:spChg>
        <pc:spChg chg="mod">
          <ac:chgData name="FIRDAUSH ALAM" userId="bcbe67a656853b86" providerId="Windows Live" clId="Web-{F9802FD9-9927-4CC6-9816-81DE0D76E633}" dt="2022-12-30T17:54:55.522" v="31" actId="20577"/>
          <ac:spMkLst>
            <pc:docMk/>
            <pc:sldMk cId="0" sldId="267"/>
            <ac:spMk id="272" creationId="{00000000-0000-0000-0000-000000000000}"/>
          </ac:spMkLst>
        </pc:spChg>
      </pc:sldChg>
      <pc:sldChg chg="modSp">
        <pc:chgData name="FIRDAUSH ALAM" userId="bcbe67a656853b86" providerId="Windows Live" clId="Web-{F9802FD9-9927-4CC6-9816-81DE0D76E633}" dt="2022-12-30T18:11:58.753" v="460" actId="20577"/>
        <pc:sldMkLst>
          <pc:docMk/>
          <pc:sldMk cId="0" sldId="268"/>
        </pc:sldMkLst>
        <pc:spChg chg="mod">
          <ac:chgData name="FIRDAUSH ALAM" userId="bcbe67a656853b86" providerId="Windows Live" clId="Web-{F9802FD9-9927-4CC6-9816-81DE0D76E633}" dt="2022-12-30T18:10:10.151" v="457" actId="20577"/>
          <ac:spMkLst>
            <pc:docMk/>
            <pc:sldMk cId="0" sldId="268"/>
            <ac:spMk id="274" creationId="{00000000-0000-0000-0000-000000000000}"/>
          </ac:spMkLst>
        </pc:spChg>
        <pc:spChg chg="mod">
          <ac:chgData name="FIRDAUSH ALAM" userId="bcbe67a656853b86" providerId="Windows Live" clId="Web-{F9802FD9-9927-4CC6-9816-81DE0D76E633}" dt="2022-12-30T18:11:58.753" v="460" actId="20577"/>
          <ac:spMkLst>
            <pc:docMk/>
            <pc:sldMk cId="0" sldId="268"/>
            <ac:spMk id="275" creationId="{00000000-0000-0000-0000-000000000000}"/>
          </ac:spMkLst>
        </pc:spChg>
      </pc:sldChg>
      <pc:sldChg chg="addSp delSp modSp">
        <pc:chgData name="FIRDAUSH ALAM" userId="bcbe67a656853b86" providerId="Windows Live" clId="Web-{F9802FD9-9927-4CC6-9816-81DE0D76E633}" dt="2022-12-30T18:42:22.292" v="475" actId="14100"/>
        <pc:sldMkLst>
          <pc:docMk/>
          <pc:sldMk cId="0" sldId="269"/>
        </pc:sldMkLst>
        <pc:picChg chg="add del mod">
          <ac:chgData name="FIRDAUSH ALAM" userId="bcbe67a656853b86" providerId="Windows Live" clId="Web-{F9802FD9-9927-4CC6-9816-81DE0D76E633}" dt="2022-12-30T18:32:10.232" v="468"/>
          <ac:picMkLst>
            <pc:docMk/>
            <pc:sldMk cId="0" sldId="269"/>
            <ac:picMk id="2" creationId="{485E9C35-559C-2C2E-F71A-4C5DB50DB339}"/>
          </ac:picMkLst>
        </pc:picChg>
        <pc:picChg chg="add mod">
          <ac:chgData name="FIRDAUSH ALAM" userId="bcbe67a656853b86" providerId="Windows Live" clId="Web-{F9802FD9-9927-4CC6-9816-81DE0D76E633}" dt="2022-12-30T18:42:22.292" v="475" actId="14100"/>
          <ac:picMkLst>
            <pc:docMk/>
            <pc:sldMk cId="0" sldId="269"/>
            <ac:picMk id="3" creationId="{6B34E75D-AD9D-C885-3945-81EBD34A1FCC}"/>
          </ac:picMkLst>
        </pc:picChg>
        <pc:picChg chg="del">
          <ac:chgData name="FIRDAUSH ALAM" userId="bcbe67a656853b86" providerId="Windows Live" clId="Web-{F9802FD9-9927-4CC6-9816-81DE0D76E633}" dt="2022-12-30T18:19:48.084" v="461"/>
          <ac:picMkLst>
            <pc:docMk/>
            <pc:sldMk cId="0" sldId="269"/>
            <ac:picMk id="277" creationId="{00000000-0000-0000-0000-000000000000}"/>
          </ac:picMkLst>
        </pc:picChg>
      </pc:sldChg>
    </pc:docChg>
  </pc:docChgLst>
  <pc:docChgLst>
    <pc:chgData name="FIRDAUSH ALAM" userId="bcbe67a656853b86" providerId="Windows Live" clId="Web-{BE042FB1-5D39-4E88-B738-067CB084CC73}"/>
    <pc:docChg chg="addSld delSld modSld">
      <pc:chgData name="FIRDAUSH ALAM" userId="bcbe67a656853b86" providerId="Windows Live" clId="Web-{BE042FB1-5D39-4E88-B738-067CB084CC73}" dt="2023-05-08T06:01:49.498" v="320" actId="14100"/>
      <pc:docMkLst>
        <pc:docMk/>
      </pc:docMkLst>
      <pc:sldChg chg="modSp">
        <pc:chgData name="FIRDAUSH ALAM" userId="bcbe67a656853b86" providerId="Windows Live" clId="Web-{BE042FB1-5D39-4E88-B738-067CB084CC73}" dt="2023-05-08T05:26:01.768" v="4" actId="20577"/>
        <pc:sldMkLst>
          <pc:docMk/>
          <pc:sldMk cId="0" sldId="256"/>
        </pc:sldMkLst>
        <pc:spChg chg="mod">
          <ac:chgData name="FIRDAUSH ALAM" userId="bcbe67a656853b86" providerId="Windows Live" clId="Web-{BE042FB1-5D39-4E88-B738-067CB084CC73}" dt="2023-05-08T05:26:01.768" v="4" actId="20577"/>
          <ac:spMkLst>
            <pc:docMk/>
            <pc:sldMk cId="0" sldId="256"/>
            <ac:spMk id="102" creationId="{00000000-0000-0000-0000-000000000000}"/>
          </ac:spMkLst>
        </pc:spChg>
      </pc:sldChg>
      <pc:sldChg chg="addSp delSp modSp">
        <pc:chgData name="FIRDAUSH ALAM" userId="bcbe67a656853b86" providerId="Windows Live" clId="Web-{BE042FB1-5D39-4E88-B738-067CB084CC73}" dt="2023-05-08T06:00:42.306" v="318"/>
        <pc:sldMkLst>
          <pc:docMk/>
          <pc:sldMk cId="0" sldId="257"/>
        </pc:sldMkLst>
        <pc:spChg chg="add del mod">
          <ac:chgData name="FIRDAUSH ALAM" userId="bcbe67a656853b86" providerId="Windows Live" clId="Web-{BE042FB1-5D39-4E88-B738-067CB084CC73}" dt="2023-05-08T06:00:42.306" v="318"/>
          <ac:spMkLst>
            <pc:docMk/>
            <pc:sldMk cId="0" sldId="257"/>
            <ac:spMk id="2" creationId="{BE693DB7-0F9F-C144-F163-91CF7F1ED167}"/>
          </ac:spMkLst>
        </pc:spChg>
        <pc:spChg chg="mod">
          <ac:chgData name="FIRDAUSH ALAM" userId="bcbe67a656853b86" providerId="Windows Live" clId="Web-{BE042FB1-5D39-4E88-B738-067CB084CC73}" dt="2023-05-08T05:57:14.589" v="254" actId="1076"/>
          <ac:spMkLst>
            <pc:docMk/>
            <pc:sldMk cId="0" sldId="257"/>
            <ac:spMk id="117" creationId="{00000000-0000-0000-0000-000000000000}"/>
          </ac:spMkLst>
        </pc:spChg>
        <pc:spChg chg="mod">
          <ac:chgData name="FIRDAUSH ALAM" userId="bcbe67a656853b86" providerId="Windows Live" clId="Web-{BE042FB1-5D39-4E88-B738-067CB084CC73}" dt="2023-05-08T05:57:48.513" v="269" actId="20577"/>
          <ac:spMkLst>
            <pc:docMk/>
            <pc:sldMk cId="0" sldId="257"/>
            <ac:spMk id="120" creationId="{00000000-0000-0000-0000-000000000000}"/>
          </ac:spMkLst>
        </pc:spChg>
        <pc:spChg chg="mod">
          <ac:chgData name="FIRDAUSH ALAM" userId="bcbe67a656853b86" providerId="Windows Live" clId="Web-{BE042FB1-5D39-4E88-B738-067CB084CC73}" dt="2023-05-08T05:57:59.217" v="285" actId="20577"/>
          <ac:spMkLst>
            <pc:docMk/>
            <pc:sldMk cId="0" sldId="257"/>
            <ac:spMk id="123" creationId="{00000000-0000-0000-0000-000000000000}"/>
          </ac:spMkLst>
        </pc:spChg>
        <pc:spChg chg="mod">
          <ac:chgData name="FIRDAUSH ALAM" userId="bcbe67a656853b86" providerId="Windows Live" clId="Web-{BE042FB1-5D39-4E88-B738-067CB084CC73}" dt="2023-05-08T05:58:19.219" v="298" actId="14100"/>
          <ac:spMkLst>
            <pc:docMk/>
            <pc:sldMk cId="0" sldId="257"/>
            <ac:spMk id="126" creationId="{00000000-0000-0000-0000-000000000000}"/>
          </ac:spMkLst>
        </pc:spChg>
        <pc:grpChg chg="mod">
          <ac:chgData name="FIRDAUSH ALAM" userId="bcbe67a656853b86" providerId="Windows Live" clId="Web-{BE042FB1-5D39-4E88-B738-067CB084CC73}" dt="2023-05-08T06:00:30.759" v="316" actId="1076"/>
          <ac:grpSpMkLst>
            <pc:docMk/>
            <pc:sldMk cId="0" sldId="257"/>
            <ac:grpSpMk id="128" creationId="{00000000-0000-0000-0000-000000000000}"/>
          </ac:grpSpMkLst>
        </pc:grpChg>
      </pc:sldChg>
      <pc:sldChg chg="modSp">
        <pc:chgData name="FIRDAUSH ALAM" userId="bcbe67a656853b86" providerId="Windows Live" clId="Web-{BE042FB1-5D39-4E88-B738-067CB084CC73}" dt="2023-05-08T05:25:08.297" v="1" actId="20577"/>
        <pc:sldMkLst>
          <pc:docMk/>
          <pc:sldMk cId="0" sldId="258"/>
        </pc:sldMkLst>
        <pc:spChg chg="mod">
          <ac:chgData name="FIRDAUSH ALAM" userId="bcbe67a656853b86" providerId="Windows Live" clId="Web-{BE042FB1-5D39-4E88-B738-067CB084CC73}" dt="2023-05-08T05:25:08.297" v="1" actId="20577"/>
          <ac:spMkLst>
            <pc:docMk/>
            <pc:sldMk cId="0" sldId="258"/>
            <ac:spMk id="131" creationId="{00000000-0000-0000-0000-000000000000}"/>
          </ac:spMkLst>
        </pc:spChg>
      </pc:sldChg>
      <pc:sldChg chg="addSp modSp">
        <pc:chgData name="FIRDAUSH ALAM" userId="bcbe67a656853b86" providerId="Windows Live" clId="Web-{BE042FB1-5D39-4E88-B738-067CB084CC73}" dt="2023-05-08T05:27:10.833" v="33" actId="20577"/>
        <pc:sldMkLst>
          <pc:docMk/>
          <pc:sldMk cId="0" sldId="259"/>
        </pc:sldMkLst>
        <pc:spChg chg="mod">
          <ac:chgData name="FIRDAUSH ALAM" userId="bcbe67a656853b86" providerId="Windows Live" clId="Web-{BE042FB1-5D39-4E88-B738-067CB084CC73}" dt="2023-05-08T05:27:10.833" v="33" actId="20577"/>
          <ac:spMkLst>
            <pc:docMk/>
            <pc:sldMk cId="0" sldId="259"/>
            <ac:spMk id="5" creationId="{9CFC7531-538D-E2E7-91CB-92FF508274DF}"/>
          </ac:spMkLst>
        </pc:spChg>
        <pc:grpChg chg="add mod">
          <ac:chgData name="FIRDAUSH ALAM" userId="bcbe67a656853b86" providerId="Windows Live" clId="Web-{BE042FB1-5D39-4E88-B738-067CB084CC73}" dt="2023-05-08T05:26:25.581" v="6" actId="1076"/>
          <ac:grpSpMkLst>
            <pc:docMk/>
            <pc:sldMk cId="0" sldId="259"/>
            <ac:grpSpMk id="2" creationId="{31E51D07-A0EF-8385-3E78-E1C82EF81E84}"/>
          </ac:grpSpMkLst>
        </pc:grpChg>
      </pc:sldChg>
      <pc:sldChg chg="modSp">
        <pc:chgData name="FIRDAUSH ALAM" userId="bcbe67a656853b86" providerId="Windows Live" clId="Web-{BE042FB1-5D39-4E88-B738-067CB084CC73}" dt="2023-05-08T05:27:38.584" v="43" actId="20577"/>
        <pc:sldMkLst>
          <pc:docMk/>
          <pc:sldMk cId="0" sldId="260"/>
        </pc:sldMkLst>
        <pc:spChg chg="mod">
          <ac:chgData name="FIRDAUSH ALAM" userId="bcbe67a656853b86" providerId="Windows Live" clId="Web-{BE042FB1-5D39-4E88-B738-067CB084CC73}" dt="2023-05-08T05:27:32.833" v="36" actId="20577"/>
          <ac:spMkLst>
            <pc:docMk/>
            <pc:sldMk cId="0" sldId="260"/>
            <ac:spMk id="142" creationId="{00000000-0000-0000-0000-000000000000}"/>
          </ac:spMkLst>
        </pc:spChg>
        <pc:spChg chg="mod">
          <ac:chgData name="FIRDAUSH ALAM" userId="bcbe67a656853b86" providerId="Windows Live" clId="Web-{BE042FB1-5D39-4E88-B738-067CB084CC73}" dt="2023-05-08T05:27:38.584" v="43" actId="20577"/>
          <ac:spMkLst>
            <pc:docMk/>
            <pc:sldMk cId="0" sldId="260"/>
            <ac:spMk id="148" creationId="{00000000-0000-0000-0000-000000000000}"/>
          </ac:spMkLst>
        </pc:spChg>
      </pc:sldChg>
      <pc:sldChg chg="addSp delSp modSp">
        <pc:chgData name="FIRDAUSH ALAM" userId="bcbe67a656853b86" providerId="Windows Live" clId="Web-{BE042FB1-5D39-4E88-B738-067CB084CC73}" dt="2023-05-08T05:40:32.081" v="91" actId="14100"/>
        <pc:sldMkLst>
          <pc:docMk/>
          <pc:sldMk cId="0" sldId="266"/>
        </pc:sldMkLst>
        <pc:spChg chg="mod">
          <ac:chgData name="FIRDAUSH ALAM" userId="bcbe67a656853b86" providerId="Windows Live" clId="Web-{BE042FB1-5D39-4E88-B738-067CB084CC73}" dt="2023-05-08T05:30:51.825" v="53" actId="20577"/>
          <ac:spMkLst>
            <pc:docMk/>
            <pc:sldMk cId="0" sldId="266"/>
            <ac:spMk id="266" creationId="{00000000-0000-0000-0000-000000000000}"/>
          </ac:spMkLst>
        </pc:spChg>
        <pc:spChg chg="del mod">
          <ac:chgData name="FIRDAUSH ALAM" userId="bcbe67a656853b86" providerId="Windows Live" clId="Web-{BE042FB1-5D39-4E88-B738-067CB084CC73}" dt="2023-05-08T05:31:20.420" v="56"/>
          <ac:spMkLst>
            <pc:docMk/>
            <pc:sldMk cId="0" sldId="266"/>
            <ac:spMk id="267" creationId="{00000000-0000-0000-0000-000000000000}"/>
          </ac:spMkLst>
        </pc:spChg>
        <pc:spChg chg="del">
          <ac:chgData name="FIRDAUSH ALAM" userId="bcbe67a656853b86" providerId="Windows Live" clId="Web-{BE042FB1-5D39-4E88-B738-067CB084CC73}" dt="2023-05-08T05:31:23.779" v="57"/>
          <ac:spMkLst>
            <pc:docMk/>
            <pc:sldMk cId="0" sldId="266"/>
            <ac:spMk id="268" creationId="{00000000-0000-0000-0000-000000000000}"/>
          </ac:spMkLst>
        </pc:spChg>
        <pc:spChg chg="del">
          <ac:chgData name="FIRDAUSH ALAM" userId="bcbe67a656853b86" providerId="Windows Live" clId="Web-{BE042FB1-5D39-4E88-B738-067CB084CC73}" dt="2023-05-08T05:31:30.733" v="58"/>
          <ac:spMkLst>
            <pc:docMk/>
            <pc:sldMk cId="0" sldId="266"/>
            <ac:spMk id="269" creationId="{00000000-0000-0000-0000-000000000000}"/>
          </ac:spMkLst>
        </pc:spChg>
        <pc:picChg chg="add del mod">
          <ac:chgData name="FIRDAUSH ALAM" userId="bcbe67a656853b86" providerId="Windows Live" clId="Web-{BE042FB1-5D39-4E88-B738-067CB084CC73}" dt="2023-05-08T05:38:45.592" v="86"/>
          <ac:picMkLst>
            <pc:docMk/>
            <pc:sldMk cId="0" sldId="266"/>
            <ac:picMk id="2" creationId="{BC0A7698-521B-2A2F-4FA7-230302939774}"/>
          </ac:picMkLst>
        </pc:picChg>
        <pc:picChg chg="add mod">
          <ac:chgData name="FIRDAUSH ALAM" userId="bcbe67a656853b86" providerId="Windows Live" clId="Web-{BE042FB1-5D39-4E88-B738-067CB084CC73}" dt="2023-05-08T05:40:32.081" v="91" actId="14100"/>
          <ac:picMkLst>
            <pc:docMk/>
            <pc:sldMk cId="0" sldId="266"/>
            <ac:picMk id="3" creationId="{E005F147-82F5-43E2-8CB7-4E376AD15A3D}"/>
          </ac:picMkLst>
        </pc:picChg>
      </pc:sldChg>
      <pc:sldChg chg="addSp delSp modSp add replId">
        <pc:chgData name="FIRDAUSH ALAM" userId="bcbe67a656853b86" providerId="Windows Live" clId="Web-{BE042FB1-5D39-4E88-B738-067CB084CC73}" dt="2023-05-08T06:01:40.388" v="319" actId="14100"/>
        <pc:sldMkLst>
          <pc:docMk/>
          <pc:sldMk cId="169192641" sldId="270"/>
        </pc:sldMkLst>
        <pc:spChg chg="mod">
          <ac:chgData name="FIRDAUSH ALAM" userId="bcbe67a656853b86" providerId="Windows Live" clId="Web-{BE042FB1-5D39-4E88-B738-067CB084CC73}" dt="2023-05-08T05:49:32.997" v="128" actId="20577"/>
          <ac:spMkLst>
            <pc:docMk/>
            <pc:sldMk cId="169192641" sldId="270"/>
            <ac:spMk id="266" creationId="{00000000-0000-0000-0000-000000000000}"/>
          </ac:spMkLst>
        </pc:spChg>
        <pc:picChg chg="del">
          <ac:chgData name="FIRDAUSH ALAM" userId="bcbe67a656853b86" providerId="Windows Live" clId="Web-{BE042FB1-5D39-4E88-B738-067CB084CC73}" dt="2023-05-08T05:35:32.507" v="73"/>
          <ac:picMkLst>
            <pc:docMk/>
            <pc:sldMk cId="169192641" sldId="270"/>
            <ac:picMk id="2" creationId="{BC0A7698-521B-2A2F-4FA7-230302939774}"/>
          </ac:picMkLst>
        </pc:picChg>
        <pc:picChg chg="add del mod">
          <ac:chgData name="FIRDAUSH ALAM" userId="bcbe67a656853b86" providerId="Windows Live" clId="Web-{BE042FB1-5D39-4E88-B738-067CB084CC73}" dt="2023-05-08T05:37:42.356" v="80"/>
          <ac:picMkLst>
            <pc:docMk/>
            <pc:sldMk cId="169192641" sldId="270"/>
            <ac:picMk id="3" creationId="{D033F035-621D-C593-96B4-174EE1CEBEF1}"/>
          </ac:picMkLst>
        </pc:picChg>
        <pc:picChg chg="add del mod">
          <ac:chgData name="FIRDAUSH ALAM" userId="bcbe67a656853b86" providerId="Windows Live" clId="Web-{BE042FB1-5D39-4E88-B738-067CB084CC73}" dt="2023-05-08T05:38:23.560" v="85"/>
          <ac:picMkLst>
            <pc:docMk/>
            <pc:sldMk cId="169192641" sldId="270"/>
            <ac:picMk id="4" creationId="{9542595A-E5AB-630D-8BD4-0BEE3C061E06}"/>
          </ac:picMkLst>
        </pc:picChg>
        <pc:picChg chg="add mod">
          <ac:chgData name="FIRDAUSH ALAM" userId="bcbe67a656853b86" providerId="Windows Live" clId="Web-{BE042FB1-5D39-4E88-B738-067CB084CC73}" dt="2023-05-08T06:01:40.388" v="319" actId="14100"/>
          <ac:picMkLst>
            <pc:docMk/>
            <pc:sldMk cId="169192641" sldId="270"/>
            <ac:picMk id="5" creationId="{A84EC459-E92B-FB4E-1A0F-E9E9BB3AB6CF}"/>
          </ac:picMkLst>
        </pc:picChg>
      </pc:sldChg>
      <pc:sldChg chg="addSp delSp modSp add replId">
        <pc:chgData name="FIRDAUSH ALAM" userId="bcbe67a656853b86" providerId="Windows Live" clId="Web-{BE042FB1-5D39-4E88-B738-067CB084CC73}" dt="2023-05-08T06:01:49.498" v="320" actId="14100"/>
        <pc:sldMkLst>
          <pc:docMk/>
          <pc:sldMk cId="3270881731" sldId="271"/>
        </pc:sldMkLst>
        <pc:spChg chg="mod">
          <ac:chgData name="FIRDAUSH ALAM" userId="bcbe67a656853b86" providerId="Windows Live" clId="Web-{BE042FB1-5D39-4E88-B738-067CB084CC73}" dt="2023-05-08T05:48:43.150" v="119" actId="1076"/>
          <ac:spMkLst>
            <pc:docMk/>
            <pc:sldMk cId="3270881731" sldId="271"/>
            <ac:spMk id="266" creationId="{00000000-0000-0000-0000-000000000000}"/>
          </ac:spMkLst>
        </pc:spChg>
        <pc:picChg chg="add del mod">
          <ac:chgData name="FIRDAUSH ALAM" userId="bcbe67a656853b86" providerId="Windows Live" clId="Web-{BE042FB1-5D39-4E88-B738-067CB084CC73}" dt="2023-05-08T05:47:46.287" v="106"/>
          <ac:picMkLst>
            <pc:docMk/>
            <pc:sldMk cId="3270881731" sldId="271"/>
            <ac:picMk id="2" creationId="{17168010-565A-6F71-5691-9548EF0CB502}"/>
          </ac:picMkLst>
        </pc:picChg>
        <pc:picChg chg="add mod">
          <ac:chgData name="FIRDAUSH ALAM" userId="bcbe67a656853b86" providerId="Windows Live" clId="Web-{BE042FB1-5D39-4E88-B738-067CB084CC73}" dt="2023-05-08T06:01:49.498" v="320" actId="14100"/>
          <ac:picMkLst>
            <pc:docMk/>
            <pc:sldMk cId="3270881731" sldId="271"/>
            <ac:picMk id="3" creationId="{5C2209F3-89BB-967C-868F-A4783D86E5F3}"/>
          </ac:picMkLst>
        </pc:picChg>
        <pc:picChg chg="del">
          <ac:chgData name="FIRDAUSH ALAM" userId="bcbe67a656853b86" providerId="Windows Live" clId="Web-{BE042FB1-5D39-4E88-B738-067CB084CC73}" dt="2023-05-08T05:43:28.556" v="99"/>
          <ac:picMkLst>
            <pc:docMk/>
            <pc:sldMk cId="3270881731" sldId="271"/>
            <ac:picMk id="5" creationId="{A84EC459-E92B-FB4E-1A0F-E9E9BB3AB6CF}"/>
          </ac:picMkLst>
        </pc:picChg>
      </pc:sldChg>
      <pc:sldChg chg="addSp delSp modSp add replId">
        <pc:chgData name="FIRDAUSH ALAM" userId="bcbe67a656853b86" providerId="Windows Live" clId="Web-{BE042FB1-5D39-4E88-B738-067CB084CC73}" dt="2023-05-08T05:55:06.659" v="238" actId="1076"/>
        <pc:sldMkLst>
          <pc:docMk/>
          <pc:sldMk cId="2130037232" sldId="272"/>
        </pc:sldMkLst>
        <pc:spChg chg="add mod">
          <ac:chgData name="FIRDAUSH ALAM" userId="bcbe67a656853b86" providerId="Windows Live" clId="Web-{BE042FB1-5D39-4E88-B738-067CB084CC73}" dt="2023-05-08T05:54:07.655" v="234" actId="1076"/>
          <ac:spMkLst>
            <pc:docMk/>
            <pc:sldMk cId="2130037232" sldId="272"/>
            <ac:spMk id="2" creationId="{1C81D520-3A50-D3DD-EC24-7C0165997BE2}"/>
          </ac:spMkLst>
        </pc:spChg>
        <pc:spChg chg="mod">
          <ac:chgData name="FIRDAUSH ALAM" userId="bcbe67a656853b86" providerId="Windows Live" clId="Web-{BE042FB1-5D39-4E88-B738-067CB084CC73}" dt="2023-05-08T05:55:06.659" v="238" actId="1076"/>
          <ac:spMkLst>
            <pc:docMk/>
            <pc:sldMk cId="2130037232" sldId="272"/>
            <ac:spMk id="266" creationId="{00000000-0000-0000-0000-000000000000}"/>
          </ac:spMkLst>
        </pc:spChg>
        <pc:picChg chg="del">
          <ac:chgData name="FIRDAUSH ALAM" userId="bcbe67a656853b86" providerId="Windows Live" clId="Web-{BE042FB1-5D39-4E88-B738-067CB084CC73}" dt="2023-05-08T05:51:15.410" v="131"/>
          <ac:picMkLst>
            <pc:docMk/>
            <pc:sldMk cId="2130037232" sldId="272"/>
            <ac:picMk id="3" creationId="{5C2209F3-89BB-967C-868F-A4783D86E5F3}"/>
          </ac:picMkLst>
        </pc:picChg>
      </pc:sldChg>
      <pc:sldChg chg="add del replId">
        <pc:chgData name="FIRDAUSH ALAM" userId="bcbe67a656853b86" providerId="Windows Live" clId="Web-{BE042FB1-5D39-4E88-B738-067CB084CC73}" dt="2023-05-08T05:54:36.235" v="236"/>
        <pc:sldMkLst>
          <pc:docMk/>
          <pc:sldMk cId="4274513917" sldId="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5" name="Shape 95"/>
          <p:cNvSpPr>
            <a:spLocks noGrp="1" noRot="1" noChangeAspect="1"/>
          </p:cNvSpPr>
          <p:nvPr>
            <p:ph type="sldImg"/>
          </p:nvPr>
        </p:nvSpPr>
        <p:spPr>
          <a:xfrm>
            <a:off x="1143000" y="685800"/>
            <a:ext cx="4572000" cy="3429000"/>
          </a:xfrm>
          <a:prstGeom prst="rect">
            <a:avLst/>
          </a:prstGeom>
        </p:spPr>
        <p:txBody>
          <a:bodyPr/>
          <a:lstStyle/>
          <a:p>
            <a:endParaRPr/>
          </a:p>
        </p:txBody>
      </p:sp>
      <p:sp>
        <p:nvSpPr>
          <p:cNvPr id="96" name="Shape 9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entury Schoolbook"/>
      </a:defRPr>
    </a:lvl1pPr>
    <a:lvl2pPr indent="228600" latinLnBrk="0">
      <a:defRPr sz="1200">
        <a:latin typeface="+mj-lt"/>
        <a:ea typeface="+mj-ea"/>
        <a:cs typeface="+mj-cs"/>
        <a:sym typeface="Century Schoolbook"/>
      </a:defRPr>
    </a:lvl2pPr>
    <a:lvl3pPr indent="457200" latinLnBrk="0">
      <a:defRPr sz="1200">
        <a:latin typeface="+mj-lt"/>
        <a:ea typeface="+mj-ea"/>
        <a:cs typeface="+mj-cs"/>
        <a:sym typeface="Century Schoolbook"/>
      </a:defRPr>
    </a:lvl3pPr>
    <a:lvl4pPr indent="685800" latinLnBrk="0">
      <a:defRPr sz="1200">
        <a:latin typeface="+mj-lt"/>
        <a:ea typeface="+mj-ea"/>
        <a:cs typeface="+mj-cs"/>
        <a:sym typeface="Century Schoolbook"/>
      </a:defRPr>
    </a:lvl4pPr>
    <a:lvl5pPr indent="914400" latinLnBrk="0">
      <a:defRPr sz="1200">
        <a:latin typeface="+mj-lt"/>
        <a:ea typeface="+mj-ea"/>
        <a:cs typeface="+mj-cs"/>
        <a:sym typeface="Century Schoolbook"/>
      </a:defRPr>
    </a:lvl5pPr>
    <a:lvl6pPr indent="1143000" latinLnBrk="0">
      <a:defRPr sz="1200">
        <a:latin typeface="+mj-lt"/>
        <a:ea typeface="+mj-ea"/>
        <a:cs typeface="+mj-cs"/>
        <a:sym typeface="Century Schoolbook"/>
      </a:defRPr>
    </a:lvl6pPr>
    <a:lvl7pPr indent="1371600" latinLnBrk="0">
      <a:defRPr sz="1200">
        <a:latin typeface="+mj-lt"/>
        <a:ea typeface="+mj-ea"/>
        <a:cs typeface="+mj-cs"/>
        <a:sym typeface="Century Schoolbook"/>
      </a:defRPr>
    </a:lvl7pPr>
    <a:lvl8pPr indent="1600200" latinLnBrk="0">
      <a:defRPr sz="1200">
        <a:latin typeface="+mj-lt"/>
        <a:ea typeface="+mj-ea"/>
        <a:cs typeface="+mj-cs"/>
        <a:sym typeface="Century Schoolbook"/>
      </a:defRPr>
    </a:lvl8pPr>
    <a:lvl9pPr indent="1828800" latinLnBrk="0">
      <a:defRPr sz="1200">
        <a:latin typeface="+mj-lt"/>
        <a:ea typeface="+mj-ea"/>
        <a:cs typeface="+mj-cs"/>
        <a:sym typeface="Century Schoolbook"/>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bg>
      <p:bgPr>
        <a:solidFill>
          <a:srgbClr val="353538"/>
        </a:solidFill>
        <a:effectLst/>
      </p:bgPr>
    </p:bg>
    <p:spTree>
      <p:nvGrpSpPr>
        <p:cNvPr id="1" name=""/>
        <p:cNvGrpSpPr/>
        <p:nvPr/>
      </p:nvGrpSpPr>
      <p:grpSpPr>
        <a:xfrm>
          <a:off x="0" y="0"/>
          <a:ext cx="0" cy="0"/>
          <a:chOff x="0" y="0"/>
          <a:chExt cx="0" cy="0"/>
        </a:xfrm>
      </p:grpSpPr>
      <p:sp>
        <p:nvSpPr>
          <p:cNvPr id="12" name="Title Text"/>
          <p:cNvSpPr txBox="1">
            <a:spLocks noGrp="1"/>
          </p:cNvSpPr>
          <p:nvPr>
            <p:ph type="title"/>
          </p:nvPr>
        </p:nvSpPr>
        <p:spPr>
          <a:xfrm>
            <a:off x="1261872" y="758951"/>
            <a:ext cx="9418320" cy="4041649"/>
          </a:xfrm>
          <a:prstGeom prst="rect">
            <a:avLst/>
          </a:prstGeom>
        </p:spPr>
        <p:txBody>
          <a:bodyPr/>
          <a:lstStyle>
            <a:lvl1pPr>
              <a:lnSpc>
                <a:spcPct val="85000"/>
              </a:lnSpc>
              <a:defRPr sz="7200">
                <a:solidFill>
                  <a:srgbClr val="FFFFFF"/>
                </a:solidFill>
              </a:defRPr>
            </a:lvl1pPr>
          </a:lstStyle>
          <a:p>
            <a:r>
              <a:t>Title Text</a:t>
            </a:r>
          </a:p>
        </p:txBody>
      </p:sp>
      <p:sp>
        <p:nvSpPr>
          <p:cNvPr id="13" name="Body Level One…"/>
          <p:cNvSpPr txBox="1">
            <a:spLocks noGrp="1"/>
          </p:cNvSpPr>
          <p:nvPr>
            <p:ph type="body" sz="quarter" idx="1"/>
          </p:nvPr>
        </p:nvSpPr>
        <p:spPr>
          <a:xfrm>
            <a:off x="1261872" y="4800600"/>
            <a:ext cx="9418320" cy="1691640"/>
          </a:xfrm>
          <a:prstGeom prst="rect">
            <a:avLst/>
          </a:prstGeom>
        </p:spPr>
        <p:txBody>
          <a:bodyPr/>
          <a:lstStyle>
            <a:lvl1pPr marL="0" indent="0">
              <a:buClrTx/>
              <a:buSzTx/>
              <a:buFontTx/>
              <a:buNone/>
              <a:defRPr sz="2200" spc="9">
                <a:solidFill>
                  <a:srgbClr val="BFBFBF"/>
                </a:solidFill>
              </a:defRPr>
            </a:lvl1pPr>
            <a:lvl2pPr marL="0" indent="457200">
              <a:buClrTx/>
              <a:buSzTx/>
              <a:buFontTx/>
              <a:buNone/>
              <a:defRPr sz="2200" spc="9">
                <a:solidFill>
                  <a:srgbClr val="BFBFBF"/>
                </a:solidFill>
              </a:defRPr>
            </a:lvl2pPr>
            <a:lvl3pPr marL="0" indent="914400">
              <a:buClrTx/>
              <a:buSzTx/>
              <a:buFontTx/>
              <a:buNone/>
              <a:defRPr sz="2200" spc="9">
                <a:solidFill>
                  <a:srgbClr val="BFBFBF"/>
                </a:solidFill>
              </a:defRPr>
            </a:lvl3pPr>
            <a:lvl4pPr marL="0" indent="1371600">
              <a:buClrTx/>
              <a:buSzTx/>
              <a:buFontTx/>
              <a:buNone/>
              <a:defRPr sz="2200" spc="9">
                <a:solidFill>
                  <a:srgbClr val="BFBFBF"/>
                </a:solidFill>
              </a:defRPr>
            </a:lvl4pPr>
            <a:lvl5pPr marL="0" indent="1828800">
              <a:buClrTx/>
              <a:buSzTx/>
              <a:buFontTx/>
              <a:buNone/>
              <a:defRPr sz="2200" spc="9">
                <a:solidFill>
                  <a:srgbClr val="BFBFBF"/>
                </a:solidFill>
              </a:defRPr>
            </a:lvl5pPr>
          </a:lstStyle>
          <a:p>
            <a:r>
              <a:t>Body Level One</a:t>
            </a:r>
          </a:p>
          <a:p>
            <a:pPr lvl="1"/>
            <a:r>
              <a:t>Body Level Two</a:t>
            </a:r>
          </a:p>
          <a:p>
            <a:pPr lvl="2"/>
            <a:r>
              <a:t>Body Level Three</a:t>
            </a:r>
          </a:p>
          <a:p>
            <a:pPr lvl="3"/>
            <a:r>
              <a:t>Body Level Four</a:t>
            </a:r>
          </a:p>
          <a:p>
            <a:pPr lvl="4"/>
            <a:r>
              <a:t>Body Level Five</a:t>
            </a:r>
          </a:p>
        </p:txBody>
      </p:sp>
      <p:sp>
        <p:nvSpPr>
          <p:cNvPr id="14" name="Rectangle 6"/>
          <p:cNvSpPr/>
          <p:nvPr/>
        </p:nvSpPr>
        <p:spPr>
          <a:xfrm>
            <a:off x="0" y="0"/>
            <a:ext cx="457200" cy="6858000"/>
          </a:xfrm>
          <a:prstGeom prst="rect">
            <a:avLst/>
          </a:prstGeom>
          <a:solidFill>
            <a:schemeClr val="accent1"/>
          </a:solidFill>
          <a:ln w="12700">
            <a:miter lim="400000"/>
          </a:ln>
        </p:spPr>
        <p:txBody>
          <a:bodyPr lIns="45719" rIns="45719"/>
          <a:lstStyle/>
          <a:p>
            <a:pPr>
              <a:defRPr>
                <a:solidFill>
                  <a:srgbClr val="FFFFFF"/>
                </a:solidFill>
              </a:defRPr>
            </a:pPr>
            <a:endParaRPr/>
          </a:p>
        </p:txBody>
      </p:sp>
      <p:sp>
        <p:nvSpPr>
          <p:cNvPr id="15" name="Slide Number"/>
          <p:cNvSpPr txBox="1">
            <a:spLocks noGrp="1"/>
          </p:cNvSpPr>
          <p:nvPr>
            <p:ph type="sldNum" sz="quarter" idx="2"/>
          </p:nvPr>
        </p:nvSpPr>
        <p:spPr>
          <a:prstGeom prst="rect">
            <a:avLst/>
          </a:prstGeom>
        </p:spPr>
        <p:txBody>
          <a:bodyPr/>
          <a:lstStyle>
            <a:lvl1pPr>
              <a:defRPr>
                <a:solidFill>
                  <a:srgbClr val="A6A6A6"/>
                </a:solidFill>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2" name="Title Text"/>
          <p:cNvSpPr txBox="1">
            <a:spLocks noGrp="1"/>
          </p:cNvSpPr>
          <p:nvPr>
            <p:ph type="title"/>
          </p:nvPr>
        </p:nvSpPr>
        <p:spPr>
          <a:xfrm>
            <a:off x="1261872" y="365759"/>
            <a:ext cx="9692641" cy="1325564"/>
          </a:xfrm>
          <a:prstGeom prst="rect">
            <a:avLst/>
          </a:prstGeom>
        </p:spPr>
        <p:txBody>
          <a:bodyPr/>
          <a:lstStyle/>
          <a:p>
            <a:r>
              <a:t>Title Text</a:t>
            </a:r>
          </a:p>
        </p:txBody>
      </p:sp>
      <p:sp>
        <p:nvSpPr>
          <p:cNvPr id="23" name="Body Level One…"/>
          <p:cNvSpPr txBox="1">
            <a:spLocks noGrp="1"/>
          </p:cNvSpPr>
          <p:nvPr>
            <p:ph type="body" idx="1"/>
          </p:nvPr>
        </p:nvSpPr>
        <p:spPr>
          <a:xfrm>
            <a:off x="1261872" y="1828800"/>
            <a:ext cx="859536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31" name="Title Text"/>
          <p:cNvSpPr txBox="1">
            <a:spLocks noGrp="1"/>
          </p:cNvSpPr>
          <p:nvPr>
            <p:ph type="title"/>
          </p:nvPr>
        </p:nvSpPr>
        <p:spPr>
          <a:xfrm>
            <a:off x="1261872" y="758951"/>
            <a:ext cx="9418320" cy="4041649"/>
          </a:xfrm>
          <a:prstGeom prst="rect">
            <a:avLst/>
          </a:prstGeom>
        </p:spPr>
        <p:txBody>
          <a:bodyPr/>
          <a:lstStyle>
            <a:lvl1pPr>
              <a:lnSpc>
                <a:spcPct val="85000"/>
              </a:lnSpc>
              <a:defRPr sz="7200"/>
            </a:lvl1pPr>
          </a:lstStyle>
          <a:p>
            <a:r>
              <a:t>Title Text</a:t>
            </a:r>
          </a:p>
        </p:txBody>
      </p:sp>
      <p:sp>
        <p:nvSpPr>
          <p:cNvPr id="32" name="Body Level One…"/>
          <p:cNvSpPr txBox="1">
            <a:spLocks noGrp="1"/>
          </p:cNvSpPr>
          <p:nvPr>
            <p:ph type="body" sz="quarter" idx="1"/>
          </p:nvPr>
        </p:nvSpPr>
        <p:spPr>
          <a:xfrm>
            <a:off x="1261872" y="4800600"/>
            <a:ext cx="9418320" cy="1691640"/>
          </a:xfrm>
          <a:prstGeom prst="rect">
            <a:avLst/>
          </a:prstGeom>
        </p:spPr>
        <p:txBody>
          <a:bodyPr/>
          <a:lstStyle>
            <a:lvl1pPr marL="0" indent="0">
              <a:buClrTx/>
              <a:buSzTx/>
              <a:buFontTx/>
              <a:buNone/>
              <a:defRPr sz="2200" spc="9">
                <a:solidFill>
                  <a:srgbClr val="595959"/>
                </a:solidFill>
              </a:defRPr>
            </a:lvl1pPr>
            <a:lvl2pPr marL="0" indent="457200">
              <a:buClrTx/>
              <a:buSzTx/>
              <a:buFontTx/>
              <a:buNone/>
              <a:defRPr sz="2200" spc="9">
                <a:solidFill>
                  <a:srgbClr val="595959"/>
                </a:solidFill>
              </a:defRPr>
            </a:lvl2pPr>
            <a:lvl3pPr marL="0" indent="914400">
              <a:buClrTx/>
              <a:buSzTx/>
              <a:buFontTx/>
              <a:buNone/>
              <a:defRPr sz="2200" spc="9">
                <a:solidFill>
                  <a:srgbClr val="595959"/>
                </a:solidFill>
              </a:defRPr>
            </a:lvl3pPr>
            <a:lvl4pPr marL="0" indent="1371600">
              <a:buClrTx/>
              <a:buSzTx/>
              <a:buFontTx/>
              <a:buNone/>
              <a:defRPr sz="2200" spc="9">
                <a:solidFill>
                  <a:srgbClr val="595959"/>
                </a:solidFill>
              </a:defRPr>
            </a:lvl4pPr>
            <a:lvl5pPr marL="0" indent="1828800">
              <a:buClrTx/>
              <a:buSzTx/>
              <a:buFontTx/>
              <a:buNone/>
              <a:defRPr sz="2200" spc="9">
                <a:solidFill>
                  <a:srgbClr val="595959"/>
                </a:solidFill>
              </a:defRPr>
            </a:lvl5pPr>
          </a:lstStyle>
          <a:p>
            <a:r>
              <a:t>Body Level One</a:t>
            </a:r>
          </a:p>
          <a:p>
            <a:pPr lvl="1"/>
            <a:r>
              <a:t>Body Level Two</a:t>
            </a:r>
          </a:p>
          <a:p>
            <a:pPr lvl="2"/>
            <a:r>
              <a:t>Body Level Three</a:t>
            </a:r>
          </a:p>
          <a:p>
            <a:pPr lvl="3"/>
            <a:r>
              <a:t>Body Level Four</a:t>
            </a:r>
          </a:p>
          <a:p>
            <a:pPr lvl="4"/>
            <a:r>
              <a:t>Body Level Five</a:t>
            </a:r>
          </a:p>
        </p:txBody>
      </p:sp>
      <p:sp>
        <p:nvSpPr>
          <p:cNvPr id="33" name="Rectangle 6"/>
          <p:cNvSpPr/>
          <p:nvPr/>
        </p:nvSpPr>
        <p:spPr>
          <a:xfrm>
            <a:off x="0" y="0"/>
            <a:ext cx="457200" cy="6858000"/>
          </a:xfrm>
          <a:prstGeom prst="rect">
            <a:avLst/>
          </a:prstGeom>
          <a:solidFill>
            <a:schemeClr val="accent1"/>
          </a:solidFill>
          <a:ln w="12700">
            <a:miter lim="400000"/>
          </a:ln>
        </p:spPr>
        <p:txBody>
          <a:bodyPr lIns="45719" rIns="45719"/>
          <a:lstStyle/>
          <a:p>
            <a:endParaRPr/>
          </a:p>
        </p:txBody>
      </p:sp>
      <p:sp>
        <p:nvSpPr>
          <p:cNvPr id="3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41" name="Title Text"/>
          <p:cNvSpPr txBox="1">
            <a:spLocks noGrp="1"/>
          </p:cNvSpPr>
          <p:nvPr>
            <p:ph type="title"/>
          </p:nvPr>
        </p:nvSpPr>
        <p:spPr>
          <a:xfrm>
            <a:off x="1261872" y="365759"/>
            <a:ext cx="9692641" cy="1325564"/>
          </a:xfrm>
          <a:prstGeom prst="rect">
            <a:avLst/>
          </a:prstGeom>
        </p:spPr>
        <p:txBody>
          <a:bodyPr/>
          <a:lstStyle/>
          <a:p>
            <a:r>
              <a:t>Title Text</a:t>
            </a:r>
          </a:p>
        </p:txBody>
      </p:sp>
      <p:sp>
        <p:nvSpPr>
          <p:cNvPr id="42" name="Body Level One…"/>
          <p:cNvSpPr txBox="1">
            <a:spLocks noGrp="1"/>
          </p:cNvSpPr>
          <p:nvPr>
            <p:ph type="body" sz="half" idx="1"/>
          </p:nvPr>
        </p:nvSpPr>
        <p:spPr>
          <a:xfrm>
            <a:off x="1261872" y="1828800"/>
            <a:ext cx="448056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50" name="Title Text"/>
          <p:cNvSpPr txBox="1">
            <a:spLocks noGrp="1"/>
          </p:cNvSpPr>
          <p:nvPr>
            <p:ph type="title"/>
          </p:nvPr>
        </p:nvSpPr>
        <p:spPr>
          <a:xfrm>
            <a:off x="1261872" y="365759"/>
            <a:ext cx="9692641" cy="1325564"/>
          </a:xfrm>
          <a:prstGeom prst="rect">
            <a:avLst/>
          </a:prstGeom>
        </p:spPr>
        <p:txBody>
          <a:bodyPr/>
          <a:lstStyle/>
          <a:p>
            <a:r>
              <a:t>Title Text</a:t>
            </a:r>
          </a:p>
        </p:txBody>
      </p:sp>
      <p:sp>
        <p:nvSpPr>
          <p:cNvPr id="51" name="Body Level One…"/>
          <p:cNvSpPr txBox="1">
            <a:spLocks noGrp="1"/>
          </p:cNvSpPr>
          <p:nvPr>
            <p:ph type="body" sz="quarter" idx="1"/>
          </p:nvPr>
        </p:nvSpPr>
        <p:spPr>
          <a:xfrm>
            <a:off x="1261872" y="1713655"/>
            <a:ext cx="4480560" cy="731521"/>
          </a:xfrm>
          <a:prstGeom prst="rect">
            <a:avLst/>
          </a:prstGeom>
        </p:spPr>
        <p:txBody>
          <a:bodyPr anchor="b"/>
          <a:lstStyle>
            <a:lvl1pPr marL="0" indent="0">
              <a:spcBef>
                <a:spcPts val="200"/>
              </a:spcBef>
              <a:buClrTx/>
              <a:buSzTx/>
              <a:buFontTx/>
              <a:buNone/>
              <a:defRPr sz="2000" spc="9">
                <a:solidFill>
                  <a:srgbClr val="46464A"/>
                </a:solidFill>
              </a:defRPr>
            </a:lvl1pPr>
            <a:lvl2pPr marL="0" indent="457200">
              <a:spcBef>
                <a:spcPts val="200"/>
              </a:spcBef>
              <a:buClrTx/>
              <a:buSzTx/>
              <a:buFontTx/>
              <a:buNone/>
              <a:defRPr sz="2000" spc="9">
                <a:solidFill>
                  <a:srgbClr val="46464A"/>
                </a:solidFill>
              </a:defRPr>
            </a:lvl2pPr>
            <a:lvl3pPr marL="0" indent="914400">
              <a:spcBef>
                <a:spcPts val="200"/>
              </a:spcBef>
              <a:buClrTx/>
              <a:buSzTx/>
              <a:buFontTx/>
              <a:buNone/>
              <a:defRPr sz="2000" spc="9">
                <a:solidFill>
                  <a:srgbClr val="46464A"/>
                </a:solidFill>
              </a:defRPr>
            </a:lvl3pPr>
            <a:lvl4pPr marL="0" indent="1371600">
              <a:spcBef>
                <a:spcPts val="200"/>
              </a:spcBef>
              <a:buClrTx/>
              <a:buSzTx/>
              <a:buFontTx/>
              <a:buNone/>
              <a:defRPr sz="2000" spc="9">
                <a:solidFill>
                  <a:srgbClr val="46464A"/>
                </a:solidFill>
              </a:defRPr>
            </a:lvl4pPr>
            <a:lvl5pPr marL="0" indent="1828800">
              <a:spcBef>
                <a:spcPts val="200"/>
              </a:spcBef>
              <a:buClrTx/>
              <a:buSzTx/>
              <a:buFontTx/>
              <a:buNone/>
              <a:defRPr sz="2000" spc="9">
                <a:solidFill>
                  <a:srgbClr val="46464A"/>
                </a:solidFill>
              </a:defRPr>
            </a:lvl5pPr>
          </a:lstStyle>
          <a:p>
            <a:r>
              <a:t>Body Level One</a:t>
            </a:r>
          </a:p>
          <a:p>
            <a:pPr lvl="1"/>
            <a:r>
              <a:t>Body Level Two</a:t>
            </a:r>
          </a:p>
          <a:p>
            <a:pPr lvl="2"/>
            <a:r>
              <a:t>Body Level Three</a:t>
            </a:r>
          </a:p>
          <a:p>
            <a:pPr lvl="3"/>
            <a:r>
              <a:t>Body Level Four</a:t>
            </a:r>
          </a:p>
          <a:p>
            <a:pPr lvl="4"/>
            <a:r>
              <a:t>Body Level Five</a:t>
            </a:r>
          </a:p>
        </p:txBody>
      </p:sp>
      <p:sp>
        <p:nvSpPr>
          <p:cNvPr id="52" name="Text Placeholder 4"/>
          <p:cNvSpPr>
            <a:spLocks noGrp="1"/>
          </p:cNvSpPr>
          <p:nvPr>
            <p:ph type="body" sz="quarter" idx="21"/>
          </p:nvPr>
        </p:nvSpPr>
        <p:spPr>
          <a:xfrm>
            <a:off x="6126479" y="1713655"/>
            <a:ext cx="4480561" cy="731521"/>
          </a:xfrm>
          <a:prstGeom prst="rect">
            <a:avLst/>
          </a:prstGeom>
        </p:spPr>
        <p:txBody>
          <a:bodyPr anchor="b"/>
          <a:lstStyle/>
          <a:p>
            <a:pPr marL="0" indent="0">
              <a:lnSpc>
                <a:spcPct val="90000"/>
              </a:lnSpc>
              <a:spcBef>
                <a:spcPts val="2000"/>
              </a:spcBef>
              <a:buClrTx/>
              <a:buSzTx/>
              <a:buFontTx/>
              <a:buNone/>
              <a:defRPr sz="2000" spc="0">
                <a:solidFill>
                  <a:srgbClr val="46464A"/>
                </a:solidFill>
              </a:defRPr>
            </a:pPr>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60" name="Title Text"/>
          <p:cNvSpPr txBox="1">
            <a:spLocks noGrp="1"/>
          </p:cNvSpPr>
          <p:nvPr>
            <p:ph type="title"/>
          </p:nvPr>
        </p:nvSpPr>
        <p:spPr>
          <a:xfrm>
            <a:off x="1261872" y="365759"/>
            <a:ext cx="9692641" cy="1325564"/>
          </a:xfrm>
          <a:prstGeom prst="rect">
            <a:avLst/>
          </a:prstGeom>
        </p:spPr>
        <p:txBody>
          <a:bodyPr/>
          <a:lstStyle/>
          <a:p>
            <a:r>
              <a:t>Title Text</a:t>
            </a:r>
          </a:p>
        </p:txBody>
      </p:sp>
      <p:sp>
        <p:nvSpPr>
          <p:cNvPr id="6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5" name="Title Text"/>
          <p:cNvSpPr txBox="1">
            <a:spLocks noGrp="1"/>
          </p:cNvSpPr>
          <p:nvPr>
            <p:ph type="title"/>
          </p:nvPr>
        </p:nvSpPr>
        <p:spPr>
          <a:xfrm>
            <a:off x="841247" y="457200"/>
            <a:ext cx="3200401" cy="1600197"/>
          </a:xfrm>
          <a:prstGeom prst="rect">
            <a:avLst/>
          </a:prstGeom>
        </p:spPr>
        <p:txBody>
          <a:bodyPr/>
          <a:lstStyle>
            <a:lvl1pPr>
              <a:defRPr sz="3200"/>
            </a:lvl1pPr>
          </a:lstStyle>
          <a:p>
            <a:r>
              <a:t>Title Text</a:t>
            </a:r>
          </a:p>
        </p:txBody>
      </p:sp>
      <p:sp>
        <p:nvSpPr>
          <p:cNvPr id="76" name="Body Level One…"/>
          <p:cNvSpPr txBox="1">
            <a:spLocks noGrp="1"/>
          </p:cNvSpPr>
          <p:nvPr>
            <p:ph type="body" sz="half" idx="1"/>
          </p:nvPr>
        </p:nvSpPr>
        <p:spPr>
          <a:xfrm>
            <a:off x="4504266" y="685800"/>
            <a:ext cx="6079068" cy="5486400"/>
          </a:xfrm>
          <a:prstGeom prst="rect">
            <a:avLst/>
          </a:prstGeom>
        </p:spPr>
        <p:txBody>
          <a:bodyPr/>
          <a:lstStyle>
            <a:lvl1pPr>
              <a:defRPr sz="2000" spc="9"/>
            </a:lvl1pPr>
            <a:lvl2pPr marL="477519" indent="-203199">
              <a:defRPr sz="2000" spc="9"/>
            </a:lvl2pPr>
            <a:lvl3pPr marL="777239" indent="-228600">
              <a:defRPr sz="2000" spc="9"/>
            </a:lvl3pPr>
            <a:lvl4pPr marL="1084217" indent="-261257">
              <a:defRPr sz="2000" spc="9"/>
            </a:lvl4pPr>
            <a:lvl5pPr marL="1358537" indent="-261257">
              <a:defRPr sz="2000" spc="9"/>
            </a:lvl5pPr>
          </a:lstStyle>
          <a:p>
            <a:r>
              <a:t>Body Level One</a:t>
            </a:r>
          </a:p>
          <a:p>
            <a:pPr lvl="1"/>
            <a:r>
              <a:t>Body Level Two</a:t>
            </a:r>
          </a:p>
          <a:p>
            <a:pPr lvl="2"/>
            <a:r>
              <a:t>Body Level Three</a:t>
            </a:r>
          </a:p>
          <a:p>
            <a:pPr lvl="3"/>
            <a:r>
              <a:t>Body Level Four</a:t>
            </a:r>
          </a:p>
          <a:p>
            <a:pPr lvl="4"/>
            <a:r>
              <a:t>Body Level Five</a:t>
            </a:r>
          </a:p>
        </p:txBody>
      </p:sp>
      <p:sp>
        <p:nvSpPr>
          <p:cNvPr id="77" name="Text Placeholder 3"/>
          <p:cNvSpPr>
            <a:spLocks noGrp="1"/>
          </p:cNvSpPr>
          <p:nvPr>
            <p:ph type="body" sz="quarter" idx="21"/>
          </p:nvPr>
        </p:nvSpPr>
        <p:spPr>
          <a:xfrm>
            <a:off x="841247" y="2099734"/>
            <a:ext cx="3200401" cy="3810002"/>
          </a:xfrm>
          <a:prstGeom prst="rect">
            <a:avLst/>
          </a:prstGeom>
        </p:spPr>
        <p:txBody>
          <a:bodyPr/>
          <a:lstStyle/>
          <a:p>
            <a:pPr marL="0" indent="0">
              <a:lnSpc>
                <a:spcPct val="114000"/>
              </a:lnSpc>
              <a:spcBef>
                <a:spcPts val="800"/>
              </a:spcBef>
              <a:buClrTx/>
              <a:buSzTx/>
              <a:buFontTx/>
              <a:buNone/>
              <a:defRPr sz="1300" spc="0"/>
            </a:pPr>
            <a:endParaRPr/>
          </a:p>
        </p:txBody>
      </p:sp>
      <p:sp>
        <p:nvSpPr>
          <p:cNvPr id="7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5" name="Rectangle 7"/>
          <p:cNvSpPr/>
          <p:nvPr/>
        </p:nvSpPr>
        <p:spPr>
          <a:xfrm>
            <a:off x="-1" y="5105400"/>
            <a:ext cx="11292842" cy="1752600"/>
          </a:xfrm>
          <a:prstGeom prst="rect">
            <a:avLst/>
          </a:prstGeom>
          <a:solidFill>
            <a:srgbClr val="000000"/>
          </a:solidFill>
          <a:ln w="12700">
            <a:miter lim="400000"/>
          </a:ln>
        </p:spPr>
        <p:txBody>
          <a:bodyPr lIns="45719" rIns="45719"/>
          <a:lstStyle/>
          <a:p>
            <a:endParaRPr/>
          </a:p>
        </p:txBody>
      </p:sp>
      <p:sp>
        <p:nvSpPr>
          <p:cNvPr id="86" name="Title Text"/>
          <p:cNvSpPr txBox="1">
            <a:spLocks noGrp="1"/>
          </p:cNvSpPr>
          <p:nvPr>
            <p:ph type="title"/>
          </p:nvPr>
        </p:nvSpPr>
        <p:spPr>
          <a:xfrm>
            <a:off x="914400" y="5257800"/>
            <a:ext cx="9982200" cy="914400"/>
          </a:xfrm>
          <a:prstGeom prst="rect">
            <a:avLst/>
          </a:prstGeom>
        </p:spPr>
        <p:txBody>
          <a:bodyPr/>
          <a:lstStyle>
            <a:lvl1pPr>
              <a:defRPr sz="2800">
                <a:solidFill>
                  <a:srgbClr val="FFFFFF"/>
                </a:solidFill>
              </a:defRPr>
            </a:lvl1pPr>
          </a:lstStyle>
          <a:p>
            <a:r>
              <a:t>Title Text</a:t>
            </a:r>
          </a:p>
        </p:txBody>
      </p:sp>
      <p:sp>
        <p:nvSpPr>
          <p:cNvPr id="87" name="Picture Placeholder 2"/>
          <p:cNvSpPr>
            <a:spLocks noGrp="1"/>
          </p:cNvSpPr>
          <p:nvPr>
            <p:ph type="pic" idx="21"/>
          </p:nvPr>
        </p:nvSpPr>
        <p:spPr>
          <a:xfrm>
            <a:off x="0" y="0"/>
            <a:ext cx="11292841" cy="5128923"/>
          </a:xfrm>
          <a:prstGeom prst="rect">
            <a:avLst/>
          </a:prstGeom>
        </p:spPr>
        <p:txBody>
          <a:bodyPr lIns="91439" rIns="91439">
            <a:noAutofit/>
          </a:bodyPr>
          <a:lstStyle/>
          <a:p>
            <a:endParaRPr/>
          </a:p>
        </p:txBody>
      </p:sp>
      <p:sp>
        <p:nvSpPr>
          <p:cNvPr id="88" name="Body Level One…"/>
          <p:cNvSpPr txBox="1">
            <a:spLocks noGrp="1"/>
          </p:cNvSpPr>
          <p:nvPr>
            <p:ph type="body" sz="quarter" idx="1"/>
          </p:nvPr>
        </p:nvSpPr>
        <p:spPr>
          <a:xfrm>
            <a:off x="914400" y="6108589"/>
            <a:ext cx="9982200" cy="597012"/>
          </a:xfrm>
          <a:prstGeom prst="rect">
            <a:avLst/>
          </a:prstGeom>
        </p:spPr>
        <p:txBody>
          <a:bodyPr/>
          <a:lstStyle>
            <a:lvl1pPr marL="0" indent="0">
              <a:lnSpc>
                <a:spcPct val="100000"/>
              </a:lnSpc>
              <a:spcBef>
                <a:spcPts val="800"/>
              </a:spcBef>
              <a:buClrTx/>
              <a:buSzTx/>
              <a:buFontTx/>
              <a:buNone/>
              <a:defRPr sz="1300">
                <a:solidFill>
                  <a:srgbClr val="D9D9D9"/>
                </a:solidFill>
              </a:defRPr>
            </a:lvl1pPr>
            <a:lvl2pPr marL="0" indent="457200">
              <a:lnSpc>
                <a:spcPct val="100000"/>
              </a:lnSpc>
              <a:spcBef>
                <a:spcPts val="800"/>
              </a:spcBef>
              <a:buClrTx/>
              <a:buSzTx/>
              <a:buFontTx/>
              <a:buNone/>
              <a:defRPr sz="1300">
                <a:solidFill>
                  <a:srgbClr val="D9D9D9"/>
                </a:solidFill>
              </a:defRPr>
            </a:lvl2pPr>
            <a:lvl3pPr marL="0" indent="914400">
              <a:lnSpc>
                <a:spcPct val="100000"/>
              </a:lnSpc>
              <a:spcBef>
                <a:spcPts val="800"/>
              </a:spcBef>
              <a:buClrTx/>
              <a:buSzTx/>
              <a:buFontTx/>
              <a:buNone/>
              <a:defRPr sz="1300">
                <a:solidFill>
                  <a:srgbClr val="D9D9D9"/>
                </a:solidFill>
              </a:defRPr>
            </a:lvl3pPr>
            <a:lvl4pPr marL="0" indent="1371600">
              <a:lnSpc>
                <a:spcPct val="100000"/>
              </a:lnSpc>
              <a:spcBef>
                <a:spcPts val="800"/>
              </a:spcBef>
              <a:buClrTx/>
              <a:buSzTx/>
              <a:buFontTx/>
              <a:buNone/>
              <a:defRPr sz="1300">
                <a:solidFill>
                  <a:srgbClr val="D9D9D9"/>
                </a:solidFill>
              </a:defRPr>
            </a:lvl4pPr>
            <a:lvl5pPr marL="0" indent="1828800">
              <a:lnSpc>
                <a:spcPct val="100000"/>
              </a:lnSpc>
              <a:spcBef>
                <a:spcPts val="800"/>
              </a:spcBef>
              <a:buClrTx/>
              <a:buSzTx/>
              <a:buFontTx/>
              <a:buNone/>
              <a:defRPr sz="1300">
                <a:solidFill>
                  <a:srgbClr val="D9D9D9"/>
                </a:solidFill>
              </a:defRPr>
            </a:lvl5pPr>
          </a:lstStyle>
          <a:p>
            <a:r>
              <a:t>Body Level One</a:t>
            </a:r>
          </a:p>
          <a:p>
            <a:pPr lvl="1"/>
            <a:r>
              <a:t>Body Level Two</a:t>
            </a:r>
          </a:p>
          <a:p>
            <a:pPr lvl="2"/>
            <a:r>
              <a:t>Body Level Three</a:t>
            </a:r>
          </a:p>
          <a:p>
            <a:pPr lvl="3"/>
            <a:r>
              <a:t>Body Level Four</a:t>
            </a:r>
          </a:p>
          <a:p>
            <a:pPr lvl="4"/>
            <a:r>
              <a:t>Body Level Five</a:t>
            </a:r>
          </a:p>
        </p:txBody>
      </p:sp>
      <p:sp>
        <p:nvSpPr>
          <p:cNvPr id="8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6"/>
          <p:cNvSpPr/>
          <p:nvPr/>
        </p:nvSpPr>
        <p:spPr>
          <a:xfrm>
            <a:off x="11292840" y="0"/>
            <a:ext cx="914401" cy="6858000"/>
          </a:xfrm>
          <a:prstGeom prst="rect">
            <a:avLst/>
          </a:prstGeom>
          <a:solidFill>
            <a:srgbClr val="353538"/>
          </a:solidFill>
          <a:ln w="12700">
            <a:miter lim="400000"/>
          </a:ln>
        </p:spPr>
        <p:txBody>
          <a:bodyPr lIns="45719" rIns="45719"/>
          <a:lstStyle/>
          <a:p>
            <a:endParaRPr/>
          </a:p>
        </p:txBody>
      </p:sp>
      <p:sp>
        <p:nvSpPr>
          <p:cNvPr id="3" name="Title Text"/>
          <p:cNvSpPr txBox="1">
            <a:spLocks noGrp="1"/>
          </p:cNvSpPr>
          <p:nvPr>
            <p:ph type="title"/>
          </p:nvPr>
        </p:nvSpPr>
        <p:spPr>
          <a:xfrm>
            <a:off x="609600" y="0"/>
            <a:ext cx="10972800" cy="14176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b">
            <a:normAutofit/>
          </a:bodyPr>
          <a:lstStyle/>
          <a:p>
            <a:r>
              <a:t>Title Text</a:t>
            </a:r>
          </a:p>
        </p:txBody>
      </p:sp>
      <p:sp>
        <p:nvSpPr>
          <p:cNvPr id="4"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1443697" y="6150292"/>
            <a:ext cx="612687" cy="637541"/>
          </a:xfrm>
          <a:prstGeom prst="rect">
            <a:avLst/>
          </a:prstGeom>
          <a:ln w="12700">
            <a:miter lim="400000"/>
          </a:ln>
        </p:spPr>
        <p:txBody>
          <a:bodyPr wrap="none" lIns="45719" rIns="45719" anchor="ctr">
            <a:normAutofit/>
          </a:bodyPr>
          <a:lstStyle>
            <a:lvl1pPr algn="ctr">
              <a:defRPr sz="3600">
                <a:solidFill>
                  <a:srgbClr val="8E8E94"/>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50" baseline="0">
          <a:solidFill>
            <a:srgbClr val="000000"/>
          </a:solidFill>
          <a:uFillTx/>
          <a:latin typeface="+mj-lt"/>
          <a:ea typeface="+mj-ea"/>
          <a:cs typeface="+mj-cs"/>
          <a:sym typeface="Century Schoolbook"/>
        </a:defRPr>
      </a:lvl1pPr>
      <a:lvl2pPr marL="0" marR="0" indent="0" algn="l" defTabSz="914400" rtl="0" latinLnBrk="0">
        <a:lnSpc>
          <a:spcPct val="90000"/>
        </a:lnSpc>
        <a:spcBef>
          <a:spcPts val="0"/>
        </a:spcBef>
        <a:spcAft>
          <a:spcPts val="0"/>
        </a:spcAft>
        <a:buClrTx/>
        <a:buSzTx/>
        <a:buFontTx/>
        <a:buNone/>
        <a:tabLst/>
        <a:defRPr sz="4400" b="0" i="0" u="none" strike="noStrike" cap="none" spc="-50" baseline="0">
          <a:solidFill>
            <a:srgbClr val="000000"/>
          </a:solidFill>
          <a:uFillTx/>
          <a:latin typeface="+mj-lt"/>
          <a:ea typeface="+mj-ea"/>
          <a:cs typeface="+mj-cs"/>
          <a:sym typeface="Century Schoolbook"/>
        </a:defRPr>
      </a:lvl2pPr>
      <a:lvl3pPr marL="0" marR="0" indent="0" algn="l" defTabSz="914400" rtl="0" latinLnBrk="0">
        <a:lnSpc>
          <a:spcPct val="90000"/>
        </a:lnSpc>
        <a:spcBef>
          <a:spcPts val="0"/>
        </a:spcBef>
        <a:spcAft>
          <a:spcPts val="0"/>
        </a:spcAft>
        <a:buClrTx/>
        <a:buSzTx/>
        <a:buFontTx/>
        <a:buNone/>
        <a:tabLst/>
        <a:defRPr sz="4400" b="0" i="0" u="none" strike="noStrike" cap="none" spc="-50" baseline="0">
          <a:solidFill>
            <a:srgbClr val="000000"/>
          </a:solidFill>
          <a:uFillTx/>
          <a:latin typeface="+mj-lt"/>
          <a:ea typeface="+mj-ea"/>
          <a:cs typeface="+mj-cs"/>
          <a:sym typeface="Century Schoolbook"/>
        </a:defRPr>
      </a:lvl3pPr>
      <a:lvl4pPr marL="0" marR="0" indent="0" algn="l" defTabSz="914400" rtl="0" latinLnBrk="0">
        <a:lnSpc>
          <a:spcPct val="90000"/>
        </a:lnSpc>
        <a:spcBef>
          <a:spcPts val="0"/>
        </a:spcBef>
        <a:spcAft>
          <a:spcPts val="0"/>
        </a:spcAft>
        <a:buClrTx/>
        <a:buSzTx/>
        <a:buFontTx/>
        <a:buNone/>
        <a:tabLst/>
        <a:defRPr sz="4400" b="0" i="0" u="none" strike="noStrike" cap="none" spc="-50" baseline="0">
          <a:solidFill>
            <a:srgbClr val="000000"/>
          </a:solidFill>
          <a:uFillTx/>
          <a:latin typeface="+mj-lt"/>
          <a:ea typeface="+mj-ea"/>
          <a:cs typeface="+mj-cs"/>
          <a:sym typeface="Century Schoolbook"/>
        </a:defRPr>
      </a:lvl4pPr>
      <a:lvl5pPr marL="0" marR="0" indent="0" algn="l" defTabSz="914400" rtl="0" latinLnBrk="0">
        <a:lnSpc>
          <a:spcPct val="90000"/>
        </a:lnSpc>
        <a:spcBef>
          <a:spcPts val="0"/>
        </a:spcBef>
        <a:spcAft>
          <a:spcPts val="0"/>
        </a:spcAft>
        <a:buClrTx/>
        <a:buSzTx/>
        <a:buFontTx/>
        <a:buNone/>
        <a:tabLst/>
        <a:defRPr sz="4400" b="0" i="0" u="none" strike="noStrike" cap="none" spc="-50" baseline="0">
          <a:solidFill>
            <a:srgbClr val="000000"/>
          </a:solidFill>
          <a:uFillTx/>
          <a:latin typeface="+mj-lt"/>
          <a:ea typeface="+mj-ea"/>
          <a:cs typeface="+mj-cs"/>
          <a:sym typeface="Century Schoolbook"/>
        </a:defRPr>
      </a:lvl5pPr>
      <a:lvl6pPr marL="0" marR="0" indent="0" algn="l" defTabSz="914400" rtl="0" latinLnBrk="0">
        <a:lnSpc>
          <a:spcPct val="90000"/>
        </a:lnSpc>
        <a:spcBef>
          <a:spcPts val="0"/>
        </a:spcBef>
        <a:spcAft>
          <a:spcPts val="0"/>
        </a:spcAft>
        <a:buClrTx/>
        <a:buSzTx/>
        <a:buFontTx/>
        <a:buNone/>
        <a:tabLst/>
        <a:defRPr sz="4400" b="0" i="0" u="none" strike="noStrike" cap="none" spc="-50" baseline="0">
          <a:solidFill>
            <a:srgbClr val="000000"/>
          </a:solidFill>
          <a:uFillTx/>
          <a:latin typeface="+mj-lt"/>
          <a:ea typeface="+mj-ea"/>
          <a:cs typeface="+mj-cs"/>
          <a:sym typeface="Century Schoolbook"/>
        </a:defRPr>
      </a:lvl6pPr>
      <a:lvl7pPr marL="0" marR="0" indent="0" algn="l" defTabSz="914400" rtl="0" latinLnBrk="0">
        <a:lnSpc>
          <a:spcPct val="90000"/>
        </a:lnSpc>
        <a:spcBef>
          <a:spcPts val="0"/>
        </a:spcBef>
        <a:spcAft>
          <a:spcPts val="0"/>
        </a:spcAft>
        <a:buClrTx/>
        <a:buSzTx/>
        <a:buFontTx/>
        <a:buNone/>
        <a:tabLst/>
        <a:defRPr sz="4400" b="0" i="0" u="none" strike="noStrike" cap="none" spc="-50" baseline="0">
          <a:solidFill>
            <a:srgbClr val="000000"/>
          </a:solidFill>
          <a:uFillTx/>
          <a:latin typeface="+mj-lt"/>
          <a:ea typeface="+mj-ea"/>
          <a:cs typeface="+mj-cs"/>
          <a:sym typeface="Century Schoolbook"/>
        </a:defRPr>
      </a:lvl7pPr>
      <a:lvl8pPr marL="0" marR="0" indent="0" algn="l" defTabSz="914400" rtl="0" latinLnBrk="0">
        <a:lnSpc>
          <a:spcPct val="90000"/>
        </a:lnSpc>
        <a:spcBef>
          <a:spcPts val="0"/>
        </a:spcBef>
        <a:spcAft>
          <a:spcPts val="0"/>
        </a:spcAft>
        <a:buClrTx/>
        <a:buSzTx/>
        <a:buFontTx/>
        <a:buNone/>
        <a:tabLst/>
        <a:defRPr sz="4400" b="0" i="0" u="none" strike="noStrike" cap="none" spc="-50" baseline="0">
          <a:solidFill>
            <a:srgbClr val="000000"/>
          </a:solidFill>
          <a:uFillTx/>
          <a:latin typeface="+mj-lt"/>
          <a:ea typeface="+mj-ea"/>
          <a:cs typeface="+mj-cs"/>
          <a:sym typeface="Century Schoolbook"/>
        </a:defRPr>
      </a:lvl8pPr>
      <a:lvl9pPr marL="0" marR="0" indent="0" algn="l" defTabSz="914400" rtl="0" latinLnBrk="0">
        <a:lnSpc>
          <a:spcPct val="90000"/>
        </a:lnSpc>
        <a:spcBef>
          <a:spcPts val="0"/>
        </a:spcBef>
        <a:spcAft>
          <a:spcPts val="0"/>
        </a:spcAft>
        <a:buClrTx/>
        <a:buSzTx/>
        <a:buFontTx/>
        <a:buNone/>
        <a:tabLst/>
        <a:defRPr sz="4400" b="0" i="0" u="none" strike="noStrike" cap="none" spc="-50" baseline="0">
          <a:solidFill>
            <a:srgbClr val="000000"/>
          </a:solidFill>
          <a:uFillTx/>
          <a:latin typeface="+mj-lt"/>
          <a:ea typeface="+mj-ea"/>
          <a:cs typeface="+mj-cs"/>
          <a:sym typeface="Century Schoolbook"/>
        </a:defRPr>
      </a:lvl9pPr>
    </p:titleStyle>
    <p:bodyStyle>
      <a:lvl1pPr marL="182879" marR="0" indent="-182879" algn="l" defTabSz="914400" rtl="0" latinLnBrk="0">
        <a:lnSpc>
          <a:spcPct val="95000"/>
        </a:lnSpc>
        <a:spcBef>
          <a:spcPts val="1400"/>
        </a:spcBef>
        <a:spcAft>
          <a:spcPts val="0"/>
        </a:spcAft>
        <a:buClr>
          <a:schemeClr val="accent1"/>
        </a:buClr>
        <a:buSzPct val="80000"/>
        <a:buFont typeface="Arial"/>
        <a:buChar char="•"/>
        <a:tabLst/>
        <a:defRPr sz="1800" b="0" i="0" u="none" strike="noStrike" cap="none" spc="10" baseline="0">
          <a:solidFill>
            <a:srgbClr val="000000"/>
          </a:solidFill>
          <a:uFillTx/>
          <a:latin typeface="+mj-lt"/>
          <a:ea typeface="+mj-ea"/>
          <a:cs typeface="+mj-cs"/>
          <a:sym typeface="Century Schoolbook"/>
        </a:defRPr>
      </a:lvl1pPr>
      <a:lvl2pPr marL="480059" marR="0" indent="-205739" algn="l" defTabSz="914400" rtl="0" latinLnBrk="0">
        <a:lnSpc>
          <a:spcPct val="95000"/>
        </a:lnSpc>
        <a:spcBef>
          <a:spcPts val="1400"/>
        </a:spcBef>
        <a:spcAft>
          <a:spcPts val="0"/>
        </a:spcAft>
        <a:buClr>
          <a:schemeClr val="accent1"/>
        </a:buClr>
        <a:buSzPct val="100000"/>
        <a:buFont typeface="Arial"/>
        <a:buChar char="●"/>
        <a:tabLst/>
        <a:defRPr sz="1800" b="0" i="0" u="none" strike="noStrike" cap="none" spc="10" baseline="0">
          <a:solidFill>
            <a:srgbClr val="000000"/>
          </a:solidFill>
          <a:uFillTx/>
          <a:latin typeface="+mj-lt"/>
          <a:ea typeface="+mj-ea"/>
          <a:cs typeface="+mj-cs"/>
          <a:sym typeface="Century Schoolbook"/>
        </a:defRPr>
      </a:lvl2pPr>
      <a:lvl3pPr marL="783771" marR="0" indent="-235131" algn="l" defTabSz="914400" rtl="0" latinLnBrk="0">
        <a:lnSpc>
          <a:spcPct val="95000"/>
        </a:lnSpc>
        <a:spcBef>
          <a:spcPts val="1400"/>
        </a:spcBef>
        <a:spcAft>
          <a:spcPts val="0"/>
        </a:spcAft>
        <a:buClr>
          <a:schemeClr val="accent1"/>
        </a:buClr>
        <a:buSzPct val="100000"/>
        <a:buFont typeface="Arial"/>
        <a:buChar char="●"/>
        <a:tabLst/>
        <a:defRPr sz="1800" b="0" i="0" u="none" strike="noStrike" cap="none" spc="10" baseline="0">
          <a:solidFill>
            <a:srgbClr val="000000"/>
          </a:solidFill>
          <a:uFillTx/>
          <a:latin typeface="+mj-lt"/>
          <a:ea typeface="+mj-ea"/>
          <a:cs typeface="+mj-cs"/>
          <a:sym typeface="Century Schoolbook"/>
        </a:defRPr>
      </a:lvl3pPr>
      <a:lvl4pPr marL="1058091" marR="0" indent="-235131" algn="l" defTabSz="914400" rtl="0" latinLnBrk="0">
        <a:lnSpc>
          <a:spcPct val="95000"/>
        </a:lnSpc>
        <a:spcBef>
          <a:spcPts val="1400"/>
        </a:spcBef>
        <a:spcAft>
          <a:spcPts val="0"/>
        </a:spcAft>
        <a:buClr>
          <a:schemeClr val="accent1"/>
        </a:buClr>
        <a:buSzPct val="100000"/>
        <a:buFont typeface="Arial"/>
        <a:buChar char="●"/>
        <a:tabLst/>
        <a:defRPr sz="1800" b="0" i="0" u="none" strike="noStrike" cap="none" spc="10" baseline="0">
          <a:solidFill>
            <a:srgbClr val="000000"/>
          </a:solidFill>
          <a:uFillTx/>
          <a:latin typeface="+mj-lt"/>
          <a:ea typeface="+mj-ea"/>
          <a:cs typeface="+mj-cs"/>
          <a:sym typeface="Century Schoolbook"/>
        </a:defRPr>
      </a:lvl4pPr>
      <a:lvl5pPr marL="1332411" marR="0" indent="-235131" algn="l" defTabSz="914400" rtl="0" latinLnBrk="0">
        <a:lnSpc>
          <a:spcPct val="95000"/>
        </a:lnSpc>
        <a:spcBef>
          <a:spcPts val="1400"/>
        </a:spcBef>
        <a:spcAft>
          <a:spcPts val="0"/>
        </a:spcAft>
        <a:buClr>
          <a:schemeClr val="accent1"/>
        </a:buClr>
        <a:buSzPct val="100000"/>
        <a:buFont typeface="Arial"/>
        <a:buChar char="●"/>
        <a:tabLst/>
        <a:defRPr sz="1800" b="0" i="0" u="none" strike="noStrike" cap="none" spc="10" baseline="0">
          <a:solidFill>
            <a:srgbClr val="000000"/>
          </a:solidFill>
          <a:uFillTx/>
          <a:latin typeface="+mj-lt"/>
          <a:ea typeface="+mj-ea"/>
          <a:cs typeface="+mj-cs"/>
          <a:sym typeface="Century Schoolbook"/>
        </a:defRPr>
      </a:lvl5pPr>
      <a:lvl6pPr marL="1665314" marR="0" indent="-293914" algn="l" defTabSz="914400" rtl="0" latinLnBrk="0">
        <a:lnSpc>
          <a:spcPct val="95000"/>
        </a:lnSpc>
        <a:spcBef>
          <a:spcPts val="1400"/>
        </a:spcBef>
        <a:spcAft>
          <a:spcPts val="0"/>
        </a:spcAft>
        <a:buClr>
          <a:schemeClr val="accent1"/>
        </a:buClr>
        <a:buSzPct val="100000"/>
        <a:buFont typeface="Arial"/>
        <a:buChar char="●"/>
        <a:tabLst/>
        <a:defRPr sz="1800" b="0" i="0" u="none" strike="noStrike" cap="none" spc="10" baseline="0">
          <a:solidFill>
            <a:srgbClr val="000000"/>
          </a:solidFill>
          <a:uFillTx/>
          <a:latin typeface="+mj-lt"/>
          <a:ea typeface="+mj-ea"/>
          <a:cs typeface="+mj-cs"/>
          <a:sym typeface="Century Schoolbook"/>
        </a:defRPr>
      </a:lvl6pPr>
      <a:lvl7pPr marL="1965314" marR="0" indent="-293914" algn="l" defTabSz="914400" rtl="0" latinLnBrk="0">
        <a:lnSpc>
          <a:spcPct val="95000"/>
        </a:lnSpc>
        <a:spcBef>
          <a:spcPts val="1400"/>
        </a:spcBef>
        <a:spcAft>
          <a:spcPts val="0"/>
        </a:spcAft>
        <a:buClr>
          <a:schemeClr val="accent1"/>
        </a:buClr>
        <a:buSzPct val="100000"/>
        <a:buFont typeface="Arial"/>
        <a:buChar char="●"/>
        <a:tabLst/>
        <a:defRPr sz="1800" b="0" i="0" u="none" strike="noStrike" cap="none" spc="10" baseline="0">
          <a:solidFill>
            <a:srgbClr val="000000"/>
          </a:solidFill>
          <a:uFillTx/>
          <a:latin typeface="+mj-lt"/>
          <a:ea typeface="+mj-ea"/>
          <a:cs typeface="+mj-cs"/>
          <a:sym typeface="Century Schoolbook"/>
        </a:defRPr>
      </a:lvl7pPr>
      <a:lvl8pPr marL="2265314" marR="0" indent="-293914" algn="l" defTabSz="914400" rtl="0" latinLnBrk="0">
        <a:lnSpc>
          <a:spcPct val="95000"/>
        </a:lnSpc>
        <a:spcBef>
          <a:spcPts val="1400"/>
        </a:spcBef>
        <a:spcAft>
          <a:spcPts val="0"/>
        </a:spcAft>
        <a:buClr>
          <a:schemeClr val="accent1"/>
        </a:buClr>
        <a:buSzPct val="100000"/>
        <a:buFont typeface="Arial"/>
        <a:buChar char="●"/>
        <a:tabLst/>
        <a:defRPr sz="1800" b="0" i="0" u="none" strike="noStrike" cap="none" spc="10" baseline="0">
          <a:solidFill>
            <a:srgbClr val="000000"/>
          </a:solidFill>
          <a:uFillTx/>
          <a:latin typeface="+mj-lt"/>
          <a:ea typeface="+mj-ea"/>
          <a:cs typeface="+mj-cs"/>
          <a:sym typeface="Century Schoolbook"/>
        </a:defRPr>
      </a:lvl8pPr>
      <a:lvl9pPr marL="2565314" marR="0" indent="-293914" algn="l" defTabSz="914400" rtl="0" latinLnBrk="0">
        <a:lnSpc>
          <a:spcPct val="95000"/>
        </a:lnSpc>
        <a:spcBef>
          <a:spcPts val="1400"/>
        </a:spcBef>
        <a:spcAft>
          <a:spcPts val="0"/>
        </a:spcAft>
        <a:buClr>
          <a:schemeClr val="accent1"/>
        </a:buClr>
        <a:buSzPct val="100000"/>
        <a:buFont typeface="Arial"/>
        <a:buChar char="●"/>
        <a:tabLst/>
        <a:defRPr sz="1800" b="0" i="0" u="none" strike="noStrike" cap="none" spc="10" baseline="0">
          <a:solidFill>
            <a:srgbClr val="000000"/>
          </a:solidFill>
          <a:uFillTx/>
          <a:latin typeface="+mj-lt"/>
          <a:ea typeface="+mj-ea"/>
          <a:cs typeface="+mj-cs"/>
          <a:sym typeface="Century Schoolbook"/>
        </a:defRPr>
      </a:lvl9pPr>
    </p:bodyStyle>
    <p:otherStyle>
      <a:lvl1pPr marL="0" marR="0" indent="0" algn="ctr" defTabSz="914400" rtl="0" latinLnBrk="0">
        <a:lnSpc>
          <a:spcPct val="100000"/>
        </a:lnSpc>
        <a:spcBef>
          <a:spcPts val="0"/>
        </a:spcBef>
        <a:spcAft>
          <a:spcPts val="0"/>
        </a:spcAft>
        <a:buClrTx/>
        <a:buSzTx/>
        <a:buFontTx/>
        <a:buNone/>
        <a:tabLst/>
        <a:defRPr sz="3600" b="0" i="0" u="none" strike="noStrike" cap="none" spc="0" baseline="0">
          <a:solidFill>
            <a:schemeClr val="tx1"/>
          </a:solidFill>
          <a:uFillTx/>
          <a:latin typeface="+mn-lt"/>
          <a:ea typeface="+mn-ea"/>
          <a:cs typeface="+mn-cs"/>
          <a:sym typeface="Century Schoolbook"/>
        </a:defRPr>
      </a:lvl1pPr>
      <a:lvl2pPr marL="0" marR="0" indent="457200" algn="ctr" defTabSz="914400" rtl="0" latinLnBrk="0">
        <a:lnSpc>
          <a:spcPct val="100000"/>
        </a:lnSpc>
        <a:spcBef>
          <a:spcPts val="0"/>
        </a:spcBef>
        <a:spcAft>
          <a:spcPts val="0"/>
        </a:spcAft>
        <a:buClrTx/>
        <a:buSzTx/>
        <a:buFontTx/>
        <a:buNone/>
        <a:tabLst/>
        <a:defRPr sz="3600" b="0" i="0" u="none" strike="noStrike" cap="none" spc="0" baseline="0">
          <a:solidFill>
            <a:schemeClr val="tx1"/>
          </a:solidFill>
          <a:uFillTx/>
          <a:latin typeface="+mn-lt"/>
          <a:ea typeface="+mn-ea"/>
          <a:cs typeface="+mn-cs"/>
          <a:sym typeface="Century Schoolbook"/>
        </a:defRPr>
      </a:lvl2pPr>
      <a:lvl3pPr marL="0" marR="0" indent="914400" algn="ctr" defTabSz="914400" rtl="0" latinLnBrk="0">
        <a:lnSpc>
          <a:spcPct val="100000"/>
        </a:lnSpc>
        <a:spcBef>
          <a:spcPts val="0"/>
        </a:spcBef>
        <a:spcAft>
          <a:spcPts val="0"/>
        </a:spcAft>
        <a:buClrTx/>
        <a:buSzTx/>
        <a:buFontTx/>
        <a:buNone/>
        <a:tabLst/>
        <a:defRPr sz="3600" b="0" i="0" u="none" strike="noStrike" cap="none" spc="0" baseline="0">
          <a:solidFill>
            <a:schemeClr val="tx1"/>
          </a:solidFill>
          <a:uFillTx/>
          <a:latin typeface="+mn-lt"/>
          <a:ea typeface="+mn-ea"/>
          <a:cs typeface="+mn-cs"/>
          <a:sym typeface="Century Schoolbook"/>
        </a:defRPr>
      </a:lvl3pPr>
      <a:lvl4pPr marL="0" marR="0" indent="1371600" algn="ctr" defTabSz="914400" rtl="0" latinLnBrk="0">
        <a:lnSpc>
          <a:spcPct val="100000"/>
        </a:lnSpc>
        <a:spcBef>
          <a:spcPts val="0"/>
        </a:spcBef>
        <a:spcAft>
          <a:spcPts val="0"/>
        </a:spcAft>
        <a:buClrTx/>
        <a:buSzTx/>
        <a:buFontTx/>
        <a:buNone/>
        <a:tabLst/>
        <a:defRPr sz="3600" b="0" i="0" u="none" strike="noStrike" cap="none" spc="0" baseline="0">
          <a:solidFill>
            <a:schemeClr val="tx1"/>
          </a:solidFill>
          <a:uFillTx/>
          <a:latin typeface="+mn-lt"/>
          <a:ea typeface="+mn-ea"/>
          <a:cs typeface="+mn-cs"/>
          <a:sym typeface="Century Schoolbook"/>
        </a:defRPr>
      </a:lvl4pPr>
      <a:lvl5pPr marL="0" marR="0" indent="1828800" algn="ctr" defTabSz="914400" rtl="0" latinLnBrk="0">
        <a:lnSpc>
          <a:spcPct val="100000"/>
        </a:lnSpc>
        <a:spcBef>
          <a:spcPts val="0"/>
        </a:spcBef>
        <a:spcAft>
          <a:spcPts val="0"/>
        </a:spcAft>
        <a:buClrTx/>
        <a:buSzTx/>
        <a:buFontTx/>
        <a:buNone/>
        <a:tabLst/>
        <a:defRPr sz="3600" b="0" i="0" u="none" strike="noStrike" cap="none" spc="0" baseline="0">
          <a:solidFill>
            <a:schemeClr val="tx1"/>
          </a:solidFill>
          <a:uFillTx/>
          <a:latin typeface="+mn-lt"/>
          <a:ea typeface="+mn-ea"/>
          <a:cs typeface="+mn-cs"/>
          <a:sym typeface="Century Schoolbook"/>
        </a:defRPr>
      </a:lvl5pPr>
      <a:lvl6pPr marL="0" marR="0" indent="2286000" algn="ctr" defTabSz="914400" rtl="0" latinLnBrk="0">
        <a:lnSpc>
          <a:spcPct val="100000"/>
        </a:lnSpc>
        <a:spcBef>
          <a:spcPts val="0"/>
        </a:spcBef>
        <a:spcAft>
          <a:spcPts val="0"/>
        </a:spcAft>
        <a:buClrTx/>
        <a:buSzTx/>
        <a:buFontTx/>
        <a:buNone/>
        <a:tabLst/>
        <a:defRPr sz="3600" b="0" i="0" u="none" strike="noStrike" cap="none" spc="0" baseline="0">
          <a:solidFill>
            <a:schemeClr val="tx1"/>
          </a:solidFill>
          <a:uFillTx/>
          <a:latin typeface="+mn-lt"/>
          <a:ea typeface="+mn-ea"/>
          <a:cs typeface="+mn-cs"/>
          <a:sym typeface="Century Schoolbook"/>
        </a:defRPr>
      </a:lvl6pPr>
      <a:lvl7pPr marL="0" marR="0" indent="2743200" algn="ctr" defTabSz="914400" rtl="0" latinLnBrk="0">
        <a:lnSpc>
          <a:spcPct val="100000"/>
        </a:lnSpc>
        <a:spcBef>
          <a:spcPts val="0"/>
        </a:spcBef>
        <a:spcAft>
          <a:spcPts val="0"/>
        </a:spcAft>
        <a:buClrTx/>
        <a:buSzTx/>
        <a:buFontTx/>
        <a:buNone/>
        <a:tabLst/>
        <a:defRPr sz="3600" b="0" i="0" u="none" strike="noStrike" cap="none" spc="0" baseline="0">
          <a:solidFill>
            <a:schemeClr val="tx1"/>
          </a:solidFill>
          <a:uFillTx/>
          <a:latin typeface="+mn-lt"/>
          <a:ea typeface="+mn-ea"/>
          <a:cs typeface="+mn-cs"/>
          <a:sym typeface="Century Schoolbook"/>
        </a:defRPr>
      </a:lvl7pPr>
      <a:lvl8pPr marL="0" marR="0" indent="3200400" algn="ctr" defTabSz="914400" rtl="0" latinLnBrk="0">
        <a:lnSpc>
          <a:spcPct val="100000"/>
        </a:lnSpc>
        <a:spcBef>
          <a:spcPts val="0"/>
        </a:spcBef>
        <a:spcAft>
          <a:spcPts val="0"/>
        </a:spcAft>
        <a:buClrTx/>
        <a:buSzTx/>
        <a:buFontTx/>
        <a:buNone/>
        <a:tabLst/>
        <a:defRPr sz="3600" b="0" i="0" u="none" strike="noStrike" cap="none" spc="0" baseline="0">
          <a:solidFill>
            <a:schemeClr val="tx1"/>
          </a:solidFill>
          <a:uFillTx/>
          <a:latin typeface="+mn-lt"/>
          <a:ea typeface="+mn-ea"/>
          <a:cs typeface="+mn-cs"/>
          <a:sym typeface="Century Schoolbook"/>
        </a:defRPr>
      </a:lvl8pPr>
      <a:lvl9pPr marL="0" marR="0" indent="3657600" algn="ctr" defTabSz="914400" rtl="0" latinLnBrk="0">
        <a:lnSpc>
          <a:spcPct val="100000"/>
        </a:lnSpc>
        <a:spcBef>
          <a:spcPts val="0"/>
        </a:spcBef>
        <a:spcAft>
          <a:spcPts val="0"/>
        </a:spcAft>
        <a:buClrTx/>
        <a:buSzTx/>
        <a:buFontTx/>
        <a:buNone/>
        <a:tabLst/>
        <a:defRPr sz="3600" b="0" i="0" u="none" strike="noStrike" cap="none" spc="0" baseline="0">
          <a:solidFill>
            <a:schemeClr val="tx1"/>
          </a:solidFill>
          <a:uFillTx/>
          <a:latin typeface="+mn-lt"/>
          <a:ea typeface="+mn-ea"/>
          <a:cs typeface="+mn-cs"/>
          <a:sym typeface="Century Schoolbook"/>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 name="Picture 2" descr="Picture 2"/>
          <p:cNvPicPr>
            <a:picLocks noChangeAspect="1"/>
          </p:cNvPicPr>
          <p:nvPr/>
        </p:nvPicPr>
        <p:blipFill>
          <a:blip r:embed="rId2"/>
          <a:stretch>
            <a:fillRect/>
          </a:stretch>
        </p:blipFill>
        <p:spPr>
          <a:xfrm>
            <a:off x="5464338" y="-539"/>
            <a:ext cx="883445" cy="781052"/>
          </a:xfrm>
          <a:prstGeom prst="rect">
            <a:avLst/>
          </a:prstGeom>
          <a:ln w="12700">
            <a:miter lim="400000"/>
          </a:ln>
        </p:spPr>
      </p:pic>
      <p:sp>
        <p:nvSpPr>
          <p:cNvPr id="99" name="TextBox 2"/>
          <p:cNvSpPr txBox="1"/>
          <p:nvPr/>
        </p:nvSpPr>
        <p:spPr>
          <a:xfrm>
            <a:off x="2413913" y="859383"/>
            <a:ext cx="7543177" cy="650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a:solidFill>
                  <a:srgbClr val="0070C0"/>
                </a:solidFill>
              </a:defRPr>
            </a:lvl1pPr>
          </a:lstStyle>
          <a:p>
            <a:r>
              <a:t>VISVESVARAYA TECHNOLOGICAL UNIVERSITY BELAGAVI</a:t>
            </a:r>
          </a:p>
        </p:txBody>
      </p:sp>
      <p:pic>
        <p:nvPicPr>
          <p:cNvPr id="100" name="Picture 4" descr="Picture 4"/>
          <p:cNvPicPr>
            <a:picLocks noChangeAspect="1"/>
          </p:cNvPicPr>
          <p:nvPr/>
        </p:nvPicPr>
        <p:blipFill>
          <a:blip r:embed="rId3"/>
          <a:stretch>
            <a:fillRect/>
          </a:stretch>
        </p:blipFill>
        <p:spPr>
          <a:xfrm>
            <a:off x="5247556" y="1218931"/>
            <a:ext cx="1276351" cy="1000126"/>
          </a:xfrm>
          <a:prstGeom prst="rect">
            <a:avLst/>
          </a:prstGeom>
          <a:ln w="12700">
            <a:miter lim="400000"/>
          </a:ln>
        </p:spPr>
      </p:pic>
      <p:sp>
        <p:nvSpPr>
          <p:cNvPr id="101" name="TextBox 4"/>
          <p:cNvSpPr txBox="1"/>
          <p:nvPr/>
        </p:nvSpPr>
        <p:spPr>
          <a:xfrm>
            <a:off x="1376016" y="2163324"/>
            <a:ext cx="9258497" cy="9296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t>                                                            </a:t>
            </a:r>
            <a:r>
              <a:rPr>
                <a:solidFill>
                  <a:srgbClr val="0D0D0D"/>
                </a:solidFill>
              </a:rPr>
              <a:t>   2022-23</a:t>
            </a:r>
          </a:p>
          <a:p>
            <a:pPr>
              <a:defRPr>
                <a:solidFill>
                  <a:srgbClr val="92D050"/>
                </a:solidFill>
              </a:defRPr>
            </a:pPr>
            <a:r>
              <a:t>      SECAB INSTITUTE OF  ENGINEERING &amp; TECHNOLOGY, VIJAYAPURA</a:t>
            </a:r>
          </a:p>
        </p:txBody>
      </p:sp>
      <p:sp>
        <p:nvSpPr>
          <p:cNvPr id="102" name="TextBox 5"/>
          <p:cNvSpPr txBox="1"/>
          <p:nvPr/>
        </p:nvSpPr>
        <p:spPr>
          <a:xfrm>
            <a:off x="2098604" y="2936408"/>
            <a:ext cx="8152446" cy="12090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tIns="45720" rIns="45719" bIns="45720" anchor="t">
            <a:spAutoFit/>
          </a:bodyPr>
          <a:lstStyle/>
          <a:p>
            <a:pPr>
              <a:defRPr>
                <a:solidFill>
                  <a:srgbClr val="002060"/>
                </a:solidFill>
              </a:defRPr>
            </a:pPr>
            <a:r>
              <a:rPr dirty="0"/>
              <a:t>DEPARTMENT OF COMPUTER SCIENCE AND ENGINEERING</a:t>
            </a:r>
          </a:p>
          <a:p>
            <a:r>
              <a:rPr dirty="0"/>
              <a:t>                 </a:t>
            </a:r>
            <a:r>
              <a:rPr dirty="0">
                <a:solidFill>
                  <a:srgbClr val="8F1856"/>
                </a:solidFill>
              </a:rPr>
              <a:t>PROJECT WORK </a:t>
            </a:r>
            <a:r>
              <a:rPr lang="en-US" dirty="0">
                <a:solidFill>
                  <a:srgbClr val="8F1856"/>
                </a:solidFill>
              </a:rPr>
              <a:t>PHASE-2</a:t>
            </a:r>
            <a:r>
              <a:rPr dirty="0">
                <a:solidFill>
                  <a:srgbClr val="8F1856"/>
                </a:solidFill>
              </a:rPr>
              <a:t> PRESENTATION </a:t>
            </a:r>
          </a:p>
          <a:p>
            <a:r>
              <a:rPr dirty="0"/>
              <a:t>                                                    </a:t>
            </a:r>
            <a:r>
              <a:rPr dirty="0">
                <a:solidFill>
                  <a:srgbClr val="8F1856"/>
                </a:solidFill>
              </a:rPr>
              <a:t>ON</a:t>
            </a:r>
          </a:p>
          <a:p>
            <a:r>
              <a:rPr dirty="0"/>
              <a:t>            </a:t>
            </a:r>
            <a:r>
              <a:rPr dirty="0">
                <a:solidFill>
                  <a:srgbClr val="0070C0"/>
                </a:solidFill>
              </a:rPr>
              <a:t> "Stock Market Prediction Using </a:t>
            </a:r>
            <a:r>
              <a:rPr lang="en-US" dirty="0">
                <a:solidFill>
                  <a:srgbClr val="0070C0"/>
                </a:solidFill>
              </a:rPr>
              <a:t>Machine</a:t>
            </a:r>
            <a:r>
              <a:rPr dirty="0">
                <a:solidFill>
                  <a:srgbClr val="0070C0"/>
                </a:solidFill>
              </a:rPr>
              <a:t> Learning"</a:t>
            </a:r>
          </a:p>
        </p:txBody>
      </p:sp>
      <p:sp>
        <p:nvSpPr>
          <p:cNvPr id="103" name="TextBox 6"/>
          <p:cNvSpPr txBox="1"/>
          <p:nvPr/>
        </p:nvSpPr>
        <p:spPr>
          <a:xfrm>
            <a:off x="4853464" y="4033837"/>
            <a:ext cx="2651761" cy="650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t>  </a:t>
            </a:r>
            <a:r>
              <a:rPr>
                <a:solidFill>
                  <a:srgbClr val="C00000"/>
                </a:solidFill>
              </a:rPr>
              <a:t>  Presented  By</a:t>
            </a:r>
          </a:p>
        </p:txBody>
      </p:sp>
      <p:sp>
        <p:nvSpPr>
          <p:cNvPr id="104" name="TextBox 7"/>
          <p:cNvSpPr txBox="1"/>
          <p:nvPr/>
        </p:nvSpPr>
        <p:spPr>
          <a:xfrm>
            <a:off x="1625228" y="4486685"/>
            <a:ext cx="9464597" cy="24006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tIns="45720" rIns="45719" bIns="45720" anchor="t">
            <a:spAutoFit/>
          </a:bodyPr>
          <a:lstStyle/>
          <a:p>
            <a:r>
              <a:rPr dirty="0" err="1"/>
              <a:t>Firdaush</a:t>
            </a:r>
            <a:r>
              <a:rPr dirty="0"/>
              <a:t> </a:t>
            </a:r>
            <a:r>
              <a:rPr dirty="0" err="1"/>
              <a:t>Alam</a:t>
            </a:r>
            <a:r>
              <a:rPr dirty="0"/>
              <a:t>                                                                            (2SA19CS013)</a:t>
            </a:r>
          </a:p>
          <a:p>
            <a:r>
              <a:rPr dirty="0"/>
              <a:t>Mahek Momin                                                                             (2SA19CS016)</a:t>
            </a:r>
          </a:p>
          <a:p>
            <a:r>
              <a:rPr dirty="0" err="1"/>
              <a:t>Shaquib</a:t>
            </a:r>
            <a:r>
              <a:rPr dirty="0"/>
              <a:t> Ehsan                                                                            (2SA19CS049)</a:t>
            </a:r>
          </a:p>
          <a:p>
            <a:r>
              <a:rPr dirty="0"/>
              <a:t>Taslim Bade                                                                                (2SA19CS057)</a:t>
            </a:r>
          </a:p>
          <a:p>
            <a:endParaRPr/>
          </a:p>
          <a:p>
            <a:pPr>
              <a:defRPr sz="2000"/>
            </a:pPr>
            <a:r>
              <a:rPr dirty="0"/>
              <a:t>                                     </a:t>
            </a:r>
            <a:r>
              <a:rPr dirty="0">
                <a:solidFill>
                  <a:srgbClr val="C00000"/>
                </a:solidFill>
              </a:rPr>
              <a:t>   Under the guidance of</a:t>
            </a:r>
          </a:p>
          <a:p>
            <a:pPr>
              <a:defRPr sz="2000"/>
            </a:pPr>
            <a:r>
              <a:rPr lang="en-US" dirty="0"/>
              <a:t>                                     </a:t>
            </a:r>
            <a:r>
              <a:rPr lang="en-US" err="1"/>
              <a:t>Mrs.Nazeera.A.Madabhavi</a:t>
            </a:r>
            <a:endParaRPr lang="en-US"/>
          </a:p>
          <a:p>
            <a:pPr>
              <a:defRPr sz="2000"/>
            </a:pPr>
            <a:r>
              <a:rPr lang="en-US" dirty="0"/>
              <a:t>                                        Asst. Prof CSE,SIET</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TextBox 1"/>
          <p:cNvSpPr txBox="1"/>
          <p:nvPr/>
        </p:nvSpPr>
        <p:spPr>
          <a:xfrm>
            <a:off x="394695" y="339376"/>
            <a:ext cx="10424161" cy="1325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nSpc>
                <a:spcPct val="90000"/>
              </a:lnSpc>
              <a:spcBef>
                <a:spcPts val="600"/>
              </a:spcBef>
              <a:defRPr sz="4400" b="1"/>
            </a:lvl1pPr>
          </a:lstStyle>
          <a:p>
            <a:r>
              <a:t>CONTENTS</a:t>
            </a:r>
          </a:p>
        </p:txBody>
      </p:sp>
      <p:grpSp>
        <p:nvGrpSpPr>
          <p:cNvPr id="128" name="TextBox 2"/>
          <p:cNvGrpSpPr/>
          <p:nvPr/>
        </p:nvGrpSpPr>
        <p:grpSpPr>
          <a:xfrm>
            <a:off x="348975" y="1577418"/>
            <a:ext cx="10515601" cy="4345922"/>
            <a:chOff x="0" y="0"/>
            <a:chExt cx="10515600" cy="4345920"/>
          </a:xfrm>
        </p:grpSpPr>
        <p:grpSp>
          <p:nvGrpSpPr>
            <p:cNvPr id="109" name="Group"/>
            <p:cNvGrpSpPr/>
            <p:nvPr/>
          </p:nvGrpSpPr>
          <p:grpSpPr>
            <a:xfrm>
              <a:off x="0" y="0"/>
              <a:ext cx="10515600" cy="561600"/>
              <a:chOff x="0" y="0"/>
              <a:chExt cx="10515600" cy="561599"/>
            </a:xfrm>
          </p:grpSpPr>
          <p:sp>
            <p:nvSpPr>
              <p:cNvPr id="107" name="Rounded Rectangle"/>
              <p:cNvSpPr/>
              <p:nvPr/>
            </p:nvSpPr>
            <p:spPr>
              <a:xfrm>
                <a:off x="0" y="0"/>
                <a:ext cx="10515600" cy="561600"/>
              </a:xfrm>
              <a:prstGeom prst="roundRect">
                <a:avLst>
                  <a:gd name="adj" fmla="val 16667"/>
                </a:avLst>
              </a:prstGeom>
              <a:solidFill>
                <a:srgbClr val="46464A"/>
              </a:solidFill>
              <a:ln w="12700" cap="flat">
                <a:noFill/>
                <a:miter lim="400000"/>
              </a:ln>
              <a:effectLst>
                <a:outerShdw blurRad="50800" dist="15240" dir="5400000" rotWithShape="0">
                  <a:srgbClr val="000000">
                    <a:alpha val="75000"/>
                  </a:srgbClr>
                </a:outerShdw>
              </a:effectLst>
            </p:spPr>
            <p:txBody>
              <a:bodyPr wrap="square" lIns="45719" tIns="45719" rIns="45719" bIns="45719" numCol="1" anchor="ctr">
                <a:noAutofit/>
              </a:bodyPr>
              <a:lstStyle/>
              <a:p>
                <a:pPr defTabSz="1066800">
                  <a:lnSpc>
                    <a:spcPct val="90000"/>
                  </a:lnSpc>
                  <a:spcBef>
                    <a:spcPts val="700"/>
                  </a:spcBef>
                  <a:defRPr>
                    <a:solidFill>
                      <a:srgbClr val="FFFFFF"/>
                    </a:solidFill>
                  </a:defRPr>
                </a:pPr>
                <a:endParaRPr/>
              </a:p>
            </p:txBody>
          </p:sp>
          <p:sp>
            <p:nvSpPr>
              <p:cNvPr id="108" name="1.INTRODUCTION"/>
              <p:cNvSpPr txBox="1"/>
              <p:nvPr/>
            </p:nvSpPr>
            <p:spPr>
              <a:xfrm>
                <a:off x="27414" y="24383"/>
                <a:ext cx="10460772" cy="5128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ctr">
                <a:spAutoFit/>
              </a:bodyPr>
              <a:lstStyle>
                <a:lvl1pPr defTabSz="1066800">
                  <a:lnSpc>
                    <a:spcPct val="90000"/>
                  </a:lnSpc>
                  <a:spcBef>
                    <a:spcPts val="1000"/>
                  </a:spcBef>
                  <a:defRPr sz="2400">
                    <a:solidFill>
                      <a:srgbClr val="FFFFFF"/>
                    </a:solidFill>
                    <a:latin typeface="Times New Roman"/>
                    <a:ea typeface="Times New Roman"/>
                    <a:cs typeface="Times New Roman"/>
                    <a:sym typeface="Times New Roman"/>
                  </a:defRPr>
                </a:lvl1pPr>
              </a:lstStyle>
              <a:p>
                <a:r>
                  <a:t>1.INTRODUCTION</a:t>
                </a:r>
              </a:p>
            </p:txBody>
          </p:sp>
        </p:grpSp>
        <p:grpSp>
          <p:nvGrpSpPr>
            <p:cNvPr id="112" name="Group"/>
            <p:cNvGrpSpPr/>
            <p:nvPr/>
          </p:nvGrpSpPr>
          <p:grpSpPr>
            <a:xfrm>
              <a:off x="0" y="630720"/>
              <a:ext cx="10515600" cy="561600"/>
              <a:chOff x="0" y="0"/>
              <a:chExt cx="10515600" cy="561599"/>
            </a:xfrm>
          </p:grpSpPr>
          <p:sp>
            <p:nvSpPr>
              <p:cNvPr id="110" name="Rounded Rectangle"/>
              <p:cNvSpPr/>
              <p:nvPr/>
            </p:nvSpPr>
            <p:spPr>
              <a:xfrm>
                <a:off x="0" y="0"/>
                <a:ext cx="10515600" cy="561600"/>
              </a:xfrm>
              <a:prstGeom prst="roundRect">
                <a:avLst>
                  <a:gd name="adj" fmla="val 16667"/>
                </a:avLst>
              </a:prstGeom>
              <a:solidFill>
                <a:srgbClr val="46464A"/>
              </a:solidFill>
              <a:ln w="12700" cap="flat">
                <a:noFill/>
                <a:miter lim="400000"/>
              </a:ln>
              <a:effectLst>
                <a:outerShdw blurRad="50800" dist="15240" dir="5400000" rotWithShape="0">
                  <a:srgbClr val="000000">
                    <a:alpha val="75000"/>
                  </a:srgbClr>
                </a:outerShdw>
              </a:effectLst>
            </p:spPr>
            <p:txBody>
              <a:bodyPr wrap="square" lIns="45719" tIns="45719" rIns="45719" bIns="45719" numCol="1" anchor="ctr">
                <a:noAutofit/>
              </a:bodyPr>
              <a:lstStyle/>
              <a:p>
                <a:pPr defTabSz="1066800">
                  <a:lnSpc>
                    <a:spcPct val="90000"/>
                  </a:lnSpc>
                  <a:spcBef>
                    <a:spcPts val="700"/>
                  </a:spcBef>
                  <a:defRPr>
                    <a:solidFill>
                      <a:srgbClr val="FFFFFF"/>
                    </a:solidFill>
                  </a:defRPr>
                </a:pPr>
                <a:endParaRPr/>
              </a:p>
            </p:txBody>
          </p:sp>
          <p:sp>
            <p:nvSpPr>
              <p:cNvPr id="111" name="2.PROBLEM STATEMENT"/>
              <p:cNvSpPr txBox="1"/>
              <p:nvPr/>
            </p:nvSpPr>
            <p:spPr>
              <a:xfrm>
                <a:off x="27414" y="24383"/>
                <a:ext cx="10460772" cy="5128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ctr">
                <a:spAutoFit/>
              </a:bodyPr>
              <a:lstStyle>
                <a:lvl1pPr defTabSz="1066800">
                  <a:lnSpc>
                    <a:spcPct val="90000"/>
                  </a:lnSpc>
                  <a:spcBef>
                    <a:spcPts val="1000"/>
                  </a:spcBef>
                  <a:defRPr sz="2400">
                    <a:solidFill>
                      <a:srgbClr val="FFFFFF"/>
                    </a:solidFill>
                    <a:latin typeface="Times New Roman"/>
                    <a:ea typeface="Times New Roman"/>
                    <a:cs typeface="Times New Roman"/>
                    <a:sym typeface="Times New Roman"/>
                  </a:defRPr>
                </a:lvl1pPr>
              </a:lstStyle>
              <a:p>
                <a:r>
                  <a:t>2.PROBLEM STATEMENT</a:t>
                </a:r>
              </a:p>
            </p:txBody>
          </p:sp>
        </p:grpSp>
        <p:grpSp>
          <p:nvGrpSpPr>
            <p:cNvPr id="115" name="Group"/>
            <p:cNvGrpSpPr/>
            <p:nvPr/>
          </p:nvGrpSpPr>
          <p:grpSpPr>
            <a:xfrm>
              <a:off x="0" y="1261439"/>
              <a:ext cx="10515600" cy="561600"/>
              <a:chOff x="0" y="0"/>
              <a:chExt cx="10515600" cy="561599"/>
            </a:xfrm>
          </p:grpSpPr>
          <p:sp>
            <p:nvSpPr>
              <p:cNvPr id="113" name="Rounded Rectangle"/>
              <p:cNvSpPr/>
              <p:nvPr/>
            </p:nvSpPr>
            <p:spPr>
              <a:xfrm>
                <a:off x="0" y="0"/>
                <a:ext cx="10515600" cy="561600"/>
              </a:xfrm>
              <a:prstGeom prst="roundRect">
                <a:avLst>
                  <a:gd name="adj" fmla="val 16667"/>
                </a:avLst>
              </a:prstGeom>
              <a:solidFill>
                <a:srgbClr val="46464A"/>
              </a:solidFill>
              <a:ln w="12700" cap="flat">
                <a:noFill/>
                <a:miter lim="400000"/>
              </a:ln>
              <a:effectLst>
                <a:outerShdw blurRad="50800" dist="15240" dir="5400000" rotWithShape="0">
                  <a:srgbClr val="000000">
                    <a:alpha val="75000"/>
                  </a:srgbClr>
                </a:outerShdw>
              </a:effectLst>
            </p:spPr>
            <p:txBody>
              <a:bodyPr wrap="square" lIns="45719" tIns="45719" rIns="45719" bIns="45719" numCol="1" anchor="ctr">
                <a:noAutofit/>
              </a:bodyPr>
              <a:lstStyle/>
              <a:p>
                <a:pPr defTabSz="1066800">
                  <a:lnSpc>
                    <a:spcPct val="90000"/>
                  </a:lnSpc>
                  <a:spcBef>
                    <a:spcPts val="700"/>
                  </a:spcBef>
                  <a:defRPr>
                    <a:solidFill>
                      <a:srgbClr val="FFFFFF"/>
                    </a:solidFill>
                  </a:defRPr>
                </a:pPr>
                <a:endParaRPr/>
              </a:p>
            </p:txBody>
          </p:sp>
          <p:sp>
            <p:nvSpPr>
              <p:cNvPr id="114" name="3.OBJECTIVES"/>
              <p:cNvSpPr txBox="1"/>
              <p:nvPr/>
            </p:nvSpPr>
            <p:spPr>
              <a:xfrm>
                <a:off x="27414" y="24383"/>
                <a:ext cx="10460772" cy="5128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ctr">
                <a:spAutoFit/>
              </a:bodyPr>
              <a:lstStyle>
                <a:lvl1pPr defTabSz="1066800">
                  <a:lnSpc>
                    <a:spcPct val="90000"/>
                  </a:lnSpc>
                  <a:spcBef>
                    <a:spcPts val="1000"/>
                  </a:spcBef>
                  <a:defRPr sz="2400">
                    <a:solidFill>
                      <a:srgbClr val="FFFFFF"/>
                    </a:solidFill>
                    <a:latin typeface="Times New Roman"/>
                    <a:ea typeface="Times New Roman"/>
                    <a:cs typeface="Times New Roman"/>
                    <a:sym typeface="Times New Roman"/>
                  </a:defRPr>
                </a:lvl1pPr>
              </a:lstStyle>
              <a:p>
                <a:r>
                  <a:t>3.OBJECTIVES</a:t>
                </a:r>
              </a:p>
            </p:txBody>
          </p:sp>
        </p:grpSp>
        <p:grpSp>
          <p:nvGrpSpPr>
            <p:cNvPr id="118" name="Group"/>
            <p:cNvGrpSpPr/>
            <p:nvPr/>
          </p:nvGrpSpPr>
          <p:grpSpPr>
            <a:xfrm>
              <a:off x="0" y="1892160"/>
              <a:ext cx="10515600" cy="982011"/>
              <a:chOff x="0" y="0"/>
              <a:chExt cx="10515600" cy="982009"/>
            </a:xfrm>
          </p:grpSpPr>
          <p:sp>
            <p:nvSpPr>
              <p:cNvPr id="116" name="Rounded Rectangle"/>
              <p:cNvSpPr/>
              <p:nvPr/>
            </p:nvSpPr>
            <p:spPr>
              <a:xfrm>
                <a:off x="0" y="0"/>
                <a:ext cx="10515600" cy="561600"/>
              </a:xfrm>
              <a:prstGeom prst="roundRect">
                <a:avLst>
                  <a:gd name="adj" fmla="val 16667"/>
                </a:avLst>
              </a:prstGeom>
              <a:solidFill>
                <a:srgbClr val="46464A"/>
              </a:solidFill>
              <a:ln w="12700" cap="flat">
                <a:noFill/>
                <a:miter lim="400000"/>
              </a:ln>
              <a:effectLst>
                <a:outerShdw blurRad="50800" dist="15240" dir="5400000" rotWithShape="0">
                  <a:srgbClr val="000000">
                    <a:alpha val="75000"/>
                  </a:srgbClr>
                </a:outerShdw>
              </a:effectLst>
            </p:spPr>
            <p:txBody>
              <a:bodyPr wrap="square" lIns="45719" tIns="45719" rIns="45719" bIns="45719" numCol="1" anchor="ctr">
                <a:noAutofit/>
              </a:bodyPr>
              <a:lstStyle/>
              <a:p>
                <a:pPr defTabSz="1066800">
                  <a:lnSpc>
                    <a:spcPct val="90000"/>
                  </a:lnSpc>
                  <a:spcBef>
                    <a:spcPts val="700"/>
                  </a:spcBef>
                  <a:defRPr>
                    <a:solidFill>
                      <a:srgbClr val="FFFFFF"/>
                    </a:solidFill>
                  </a:defRPr>
                </a:pPr>
                <a:endParaRPr/>
              </a:p>
            </p:txBody>
          </p:sp>
          <p:sp>
            <p:nvSpPr>
              <p:cNvPr id="117" name="4.METHODOLOGY"/>
              <p:cNvSpPr txBox="1"/>
              <p:nvPr/>
            </p:nvSpPr>
            <p:spPr>
              <a:xfrm>
                <a:off x="52398" y="4310"/>
                <a:ext cx="10460772" cy="97769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ctr">
                <a:spAutoFit/>
              </a:bodyPr>
              <a:lstStyle>
                <a:lvl1pPr defTabSz="1066800">
                  <a:lnSpc>
                    <a:spcPct val="90000"/>
                  </a:lnSpc>
                  <a:spcBef>
                    <a:spcPts val="1000"/>
                  </a:spcBef>
                  <a:defRPr sz="2400">
                    <a:solidFill>
                      <a:srgbClr val="FFFFFF"/>
                    </a:solidFill>
                    <a:latin typeface="Times New Roman"/>
                    <a:ea typeface="Times New Roman"/>
                    <a:cs typeface="Times New Roman"/>
                    <a:sym typeface="Times New Roman"/>
                  </a:defRPr>
                </a:lvl1pPr>
              </a:lstStyle>
              <a:p>
                <a:r>
                  <a:rPr dirty="0"/>
                  <a:t>4.METHODOLOGY</a:t>
                </a:r>
                <a:endParaRPr lang="en-US" dirty="0"/>
              </a:p>
              <a:p>
                <a:endParaRPr lang="en-US" dirty="0"/>
              </a:p>
            </p:txBody>
          </p:sp>
        </p:grpSp>
        <p:grpSp>
          <p:nvGrpSpPr>
            <p:cNvPr id="121" name="Group"/>
            <p:cNvGrpSpPr/>
            <p:nvPr/>
          </p:nvGrpSpPr>
          <p:grpSpPr>
            <a:xfrm>
              <a:off x="0" y="2522880"/>
              <a:ext cx="10515600" cy="561600"/>
              <a:chOff x="0" y="0"/>
              <a:chExt cx="10515600" cy="561599"/>
            </a:xfrm>
          </p:grpSpPr>
          <p:sp>
            <p:nvSpPr>
              <p:cNvPr id="119" name="Rounded Rectangle"/>
              <p:cNvSpPr/>
              <p:nvPr/>
            </p:nvSpPr>
            <p:spPr>
              <a:xfrm>
                <a:off x="0" y="0"/>
                <a:ext cx="10515600" cy="561600"/>
              </a:xfrm>
              <a:prstGeom prst="roundRect">
                <a:avLst>
                  <a:gd name="adj" fmla="val 16667"/>
                </a:avLst>
              </a:prstGeom>
              <a:solidFill>
                <a:srgbClr val="46464A"/>
              </a:solidFill>
              <a:ln w="12700" cap="flat">
                <a:noFill/>
                <a:miter lim="400000"/>
              </a:ln>
              <a:effectLst>
                <a:outerShdw blurRad="50800" dist="15240" dir="5400000" rotWithShape="0">
                  <a:srgbClr val="000000">
                    <a:alpha val="75000"/>
                  </a:srgbClr>
                </a:outerShdw>
              </a:effectLst>
            </p:spPr>
            <p:txBody>
              <a:bodyPr wrap="square" lIns="45719" tIns="45719" rIns="45719" bIns="45719" numCol="1" anchor="ctr">
                <a:noAutofit/>
              </a:bodyPr>
              <a:lstStyle/>
              <a:p>
                <a:pPr defTabSz="1066800">
                  <a:lnSpc>
                    <a:spcPct val="90000"/>
                  </a:lnSpc>
                  <a:spcBef>
                    <a:spcPts val="700"/>
                  </a:spcBef>
                  <a:defRPr>
                    <a:solidFill>
                      <a:srgbClr val="FFFFFF"/>
                    </a:solidFill>
                  </a:defRPr>
                </a:pPr>
                <a:endParaRPr/>
              </a:p>
            </p:txBody>
          </p:sp>
          <p:sp>
            <p:nvSpPr>
              <p:cNvPr id="120" name="6.ADVANTAGES AND DISADVANTAGES"/>
              <p:cNvSpPr txBox="1"/>
              <p:nvPr/>
            </p:nvSpPr>
            <p:spPr>
              <a:xfrm>
                <a:off x="27414" y="24383"/>
                <a:ext cx="10460772" cy="5128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ctr">
                <a:spAutoFit/>
              </a:bodyPr>
              <a:lstStyle>
                <a:lvl1pPr defTabSz="1066800">
                  <a:lnSpc>
                    <a:spcPct val="90000"/>
                  </a:lnSpc>
                  <a:spcBef>
                    <a:spcPts val="1000"/>
                  </a:spcBef>
                  <a:defRPr sz="2400">
                    <a:solidFill>
                      <a:srgbClr val="FFFFFF"/>
                    </a:solidFill>
                    <a:latin typeface="Times New Roman"/>
                    <a:ea typeface="Times New Roman"/>
                    <a:cs typeface="Times New Roman"/>
                    <a:sym typeface="Times New Roman"/>
                  </a:defRPr>
                </a:lvl1pPr>
              </a:lstStyle>
              <a:p>
                <a:r>
                  <a:rPr lang="en-US" dirty="0"/>
                  <a:t>5.IMPLEMENTATION</a:t>
                </a:r>
                <a:endParaRPr dirty="0"/>
              </a:p>
            </p:txBody>
          </p:sp>
        </p:grpSp>
        <p:grpSp>
          <p:nvGrpSpPr>
            <p:cNvPr id="124" name="Group"/>
            <p:cNvGrpSpPr/>
            <p:nvPr/>
          </p:nvGrpSpPr>
          <p:grpSpPr>
            <a:xfrm>
              <a:off x="0" y="3153600"/>
              <a:ext cx="10515600" cy="561600"/>
              <a:chOff x="0" y="0"/>
              <a:chExt cx="10515600" cy="561599"/>
            </a:xfrm>
          </p:grpSpPr>
          <p:sp>
            <p:nvSpPr>
              <p:cNvPr id="122" name="Rounded Rectangle"/>
              <p:cNvSpPr/>
              <p:nvPr/>
            </p:nvSpPr>
            <p:spPr>
              <a:xfrm>
                <a:off x="0" y="0"/>
                <a:ext cx="10515600" cy="561600"/>
              </a:xfrm>
              <a:prstGeom prst="roundRect">
                <a:avLst>
                  <a:gd name="adj" fmla="val 16667"/>
                </a:avLst>
              </a:prstGeom>
              <a:solidFill>
                <a:srgbClr val="46464A"/>
              </a:solidFill>
              <a:ln w="12700" cap="flat">
                <a:noFill/>
                <a:miter lim="400000"/>
              </a:ln>
              <a:effectLst>
                <a:outerShdw blurRad="50800" dist="15240" dir="5400000" rotWithShape="0">
                  <a:srgbClr val="000000">
                    <a:alpha val="75000"/>
                  </a:srgbClr>
                </a:outerShdw>
              </a:effectLst>
            </p:spPr>
            <p:txBody>
              <a:bodyPr wrap="square" lIns="45719" tIns="45719" rIns="45719" bIns="45719" numCol="1" anchor="ctr">
                <a:noAutofit/>
              </a:bodyPr>
              <a:lstStyle/>
              <a:p>
                <a:pPr defTabSz="1066800">
                  <a:lnSpc>
                    <a:spcPct val="90000"/>
                  </a:lnSpc>
                  <a:spcBef>
                    <a:spcPts val="700"/>
                  </a:spcBef>
                  <a:defRPr>
                    <a:solidFill>
                      <a:srgbClr val="FFFFFF"/>
                    </a:solidFill>
                  </a:defRPr>
                </a:pPr>
                <a:endParaRPr/>
              </a:p>
            </p:txBody>
          </p:sp>
          <p:sp>
            <p:nvSpPr>
              <p:cNvPr id="123" name="7.CONCLUSION"/>
              <p:cNvSpPr txBox="1"/>
              <p:nvPr/>
            </p:nvSpPr>
            <p:spPr>
              <a:xfrm>
                <a:off x="27414" y="24383"/>
                <a:ext cx="10460772" cy="5128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ctr">
                <a:spAutoFit/>
              </a:bodyPr>
              <a:lstStyle>
                <a:lvl1pPr defTabSz="1066800">
                  <a:lnSpc>
                    <a:spcPct val="90000"/>
                  </a:lnSpc>
                  <a:spcBef>
                    <a:spcPts val="1000"/>
                  </a:spcBef>
                  <a:defRPr sz="2400">
                    <a:solidFill>
                      <a:srgbClr val="FFFFFF"/>
                    </a:solidFill>
                    <a:latin typeface="Times New Roman"/>
                    <a:ea typeface="Times New Roman"/>
                    <a:cs typeface="Times New Roman"/>
                    <a:sym typeface="Times New Roman"/>
                  </a:defRPr>
                </a:lvl1pPr>
              </a:lstStyle>
              <a:p>
                <a:r>
                  <a:rPr lang="en-US" dirty="0"/>
                  <a:t>6.ADVANTAGES</a:t>
                </a:r>
              </a:p>
            </p:txBody>
          </p:sp>
        </p:grpSp>
        <p:grpSp>
          <p:nvGrpSpPr>
            <p:cNvPr id="127" name="Group"/>
            <p:cNvGrpSpPr/>
            <p:nvPr/>
          </p:nvGrpSpPr>
          <p:grpSpPr>
            <a:xfrm>
              <a:off x="0" y="3784319"/>
              <a:ext cx="10515600" cy="561601"/>
              <a:chOff x="0" y="0"/>
              <a:chExt cx="10515600" cy="561600"/>
            </a:xfrm>
          </p:grpSpPr>
          <p:sp>
            <p:nvSpPr>
              <p:cNvPr id="125" name="Rounded Rectangle"/>
              <p:cNvSpPr/>
              <p:nvPr/>
            </p:nvSpPr>
            <p:spPr>
              <a:xfrm>
                <a:off x="0" y="0"/>
                <a:ext cx="10515600" cy="561600"/>
              </a:xfrm>
              <a:prstGeom prst="roundRect">
                <a:avLst>
                  <a:gd name="adj" fmla="val 16667"/>
                </a:avLst>
              </a:prstGeom>
              <a:solidFill>
                <a:srgbClr val="46464A"/>
              </a:solidFill>
              <a:ln w="12700" cap="flat">
                <a:noFill/>
                <a:miter lim="400000"/>
              </a:ln>
              <a:effectLst>
                <a:outerShdw blurRad="50800" dist="15240" dir="5400000" rotWithShape="0">
                  <a:srgbClr val="000000">
                    <a:alpha val="75000"/>
                  </a:srgbClr>
                </a:outerShdw>
              </a:effectLst>
            </p:spPr>
            <p:txBody>
              <a:bodyPr wrap="square" lIns="45719" tIns="45719" rIns="45719" bIns="45719" numCol="1" anchor="ctr">
                <a:noAutofit/>
              </a:bodyPr>
              <a:lstStyle/>
              <a:p>
                <a:pPr defTabSz="1066800">
                  <a:lnSpc>
                    <a:spcPct val="90000"/>
                  </a:lnSpc>
                  <a:spcBef>
                    <a:spcPts val="700"/>
                  </a:spcBef>
                  <a:defRPr>
                    <a:solidFill>
                      <a:srgbClr val="FFFFFF"/>
                    </a:solidFill>
                  </a:defRPr>
                </a:pPr>
                <a:endParaRPr/>
              </a:p>
            </p:txBody>
          </p:sp>
          <p:sp>
            <p:nvSpPr>
              <p:cNvPr id="126" name="8.REFERENCE"/>
              <p:cNvSpPr txBox="1"/>
              <p:nvPr/>
            </p:nvSpPr>
            <p:spPr>
              <a:xfrm>
                <a:off x="27414" y="24384"/>
                <a:ext cx="10460772" cy="5128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ctr">
                <a:spAutoFit/>
              </a:bodyPr>
              <a:lstStyle>
                <a:lvl1pPr defTabSz="1066800">
                  <a:lnSpc>
                    <a:spcPct val="90000"/>
                  </a:lnSpc>
                  <a:spcBef>
                    <a:spcPts val="1000"/>
                  </a:spcBef>
                  <a:defRPr sz="2400">
                    <a:solidFill>
                      <a:srgbClr val="FFFFFF"/>
                    </a:solidFill>
                    <a:latin typeface="Times New Roman"/>
                    <a:ea typeface="Times New Roman"/>
                    <a:cs typeface="Times New Roman"/>
                    <a:sym typeface="Times New Roman"/>
                  </a:defRPr>
                </a:lvl1pPr>
              </a:lstStyle>
              <a:p>
                <a:r>
                  <a:rPr lang="en-US" dirty="0"/>
                  <a:t>7.CONCLUSION</a:t>
                </a:r>
              </a:p>
            </p:txBody>
          </p:sp>
        </p:grpSp>
      </p:gr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1"/>
          <p:cNvSpPr txBox="1">
            <a:spLocks noGrp="1"/>
          </p:cNvSpPr>
          <p:nvPr>
            <p:ph type="title"/>
          </p:nvPr>
        </p:nvSpPr>
        <p:spPr>
          <a:xfrm>
            <a:off x="381713" y="637761"/>
            <a:ext cx="9888496" cy="900132"/>
          </a:xfrm>
          <a:prstGeom prst="rect">
            <a:avLst/>
          </a:prstGeom>
        </p:spPr>
        <p:txBody>
          <a:bodyPr lIns="45719" tIns="45720" rIns="45719" bIns="45720" anchor="t">
            <a:normAutofit/>
          </a:bodyPr>
          <a:lstStyle>
            <a:lvl1pPr>
              <a:defRPr sz="4000" spc="-100"/>
            </a:lvl1pPr>
          </a:lstStyle>
          <a:p>
            <a:r>
              <a:rPr b="1"/>
              <a:t>INTRODUCTION</a:t>
            </a:r>
            <a:endParaRPr lang="en-US" b="1"/>
          </a:p>
        </p:txBody>
      </p:sp>
      <p:sp>
        <p:nvSpPr>
          <p:cNvPr id="131" name="TextBox 27"/>
          <p:cNvSpPr txBox="1"/>
          <p:nvPr/>
        </p:nvSpPr>
        <p:spPr>
          <a:xfrm>
            <a:off x="963503" y="1717321"/>
            <a:ext cx="9789454" cy="46209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tIns="45720" rIns="45719" bIns="45720" anchor="t">
            <a:noAutofit/>
          </a:bodyPr>
          <a:lstStyle/>
          <a:p>
            <a:pPr indent="-217170" defTabSz="868680">
              <a:lnSpc>
                <a:spcPct val="90000"/>
              </a:lnSpc>
              <a:spcBef>
                <a:spcPts val="500"/>
              </a:spcBef>
              <a:buSzPct val="100000"/>
              <a:buFont typeface="Arial"/>
              <a:buChar char="•"/>
              <a:defRPr sz="1615"/>
            </a:pPr>
            <a:r>
              <a:rPr sz="2000" dirty="0"/>
              <a:t>Stock: </a:t>
            </a:r>
            <a:endParaRPr lang="en-US" sz="2000"/>
          </a:p>
          <a:p>
            <a:pPr marL="1737360" lvl="4" indent="-217170" defTabSz="868680">
              <a:lnSpc>
                <a:spcPct val="90000"/>
              </a:lnSpc>
              <a:spcBef>
                <a:spcPts val="500"/>
              </a:spcBef>
              <a:buSzPct val="100000"/>
              <a:buFont typeface="Arial"/>
              <a:buChar char="•"/>
              <a:defRPr sz="1615"/>
            </a:pPr>
            <a:r>
              <a:rPr sz="2000" dirty="0"/>
              <a:t>A stock is a general term used to describe the ownership certificates of any company.</a:t>
            </a:r>
          </a:p>
          <a:p>
            <a:pPr indent="-217170" defTabSz="868680">
              <a:lnSpc>
                <a:spcPct val="90000"/>
              </a:lnSpc>
              <a:spcBef>
                <a:spcPts val="500"/>
              </a:spcBef>
              <a:buSzPct val="100000"/>
              <a:buFont typeface="Arial"/>
              <a:buChar char="•"/>
              <a:defRPr sz="1615"/>
            </a:pPr>
            <a:endParaRPr sz="2000"/>
          </a:p>
          <a:p>
            <a:pPr indent="-217170" defTabSz="868680">
              <a:lnSpc>
                <a:spcPct val="90000"/>
              </a:lnSpc>
              <a:spcBef>
                <a:spcPts val="500"/>
              </a:spcBef>
              <a:buSzPct val="100000"/>
              <a:buFont typeface="Arial"/>
              <a:buChar char="•"/>
              <a:defRPr sz="1615"/>
            </a:pPr>
            <a:r>
              <a:rPr sz="2000" dirty="0"/>
              <a:t>Stock market:</a:t>
            </a:r>
          </a:p>
          <a:p>
            <a:pPr marL="1737360" lvl="4" indent="-217170" defTabSz="868680">
              <a:lnSpc>
                <a:spcPct val="90000"/>
              </a:lnSpc>
              <a:spcBef>
                <a:spcPts val="500"/>
              </a:spcBef>
              <a:buSzPct val="100000"/>
              <a:buFont typeface="Arial"/>
              <a:buChar char="•"/>
              <a:defRPr sz="1615"/>
            </a:pPr>
            <a:r>
              <a:rPr sz="2000" dirty="0"/>
              <a:t>The stock market or the stock exchange is a market where you can buy stocks, commodities and bonds.</a:t>
            </a:r>
          </a:p>
          <a:p>
            <a:pPr marL="1737360" lvl="4" indent="-217170" defTabSz="868680">
              <a:lnSpc>
                <a:spcPct val="90000"/>
              </a:lnSpc>
              <a:spcBef>
                <a:spcPts val="500"/>
              </a:spcBef>
              <a:buSzPct val="100000"/>
              <a:buFont typeface="Arial"/>
              <a:buChar char="•"/>
              <a:defRPr sz="1615"/>
            </a:pPr>
            <a:r>
              <a:rPr sz="2000" dirty="0"/>
              <a:t>When the owners of a business want to raise money for their company, they issue their shares in the stock market.</a:t>
            </a:r>
          </a:p>
          <a:p>
            <a:pPr indent="-217170" defTabSz="868680">
              <a:lnSpc>
                <a:spcPct val="90000"/>
              </a:lnSpc>
              <a:spcBef>
                <a:spcPts val="500"/>
              </a:spcBef>
              <a:buSzPct val="100000"/>
              <a:buFont typeface="Arial"/>
              <a:buChar char="•"/>
              <a:defRPr sz="1615"/>
            </a:pPr>
            <a:endParaRPr sz="2000"/>
          </a:p>
          <a:p>
            <a:pPr indent="-217170" defTabSz="868680">
              <a:lnSpc>
                <a:spcPct val="90000"/>
              </a:lnSpc>
              <a:spcBef>
                <a:spcPts val="500"/>
              </a:spcBef>
              <a:buSzPct val="100000"/>
              <a:buFont typeface="Arial"/>
              <a:buChar char="•"/>
              <a:defRPr sz="1615"/>
            </a:pPr>
            <a:r>
              <a:rPr lang="en-US" sz="2000" dirty="0"/>
              <a:t>Machine</a:t>
            </a:r>
            <a:r>
              <a:rPr sz="2000" dirty="0"/>
              <a:t> learning:</a:t>
            </a:r>
          </a:p>
          <a:p>
            <a:pPr marL="1737360" lvl="4" indent="-217170" defTabSz="868680">
              <a:lnSpc>
                <a:spcPct val="90000"/>
              </a:lnSpc>
              <a:spcBef>
                <a:spcPts val="500"/>
              </a:spcBef>
              <a:buSzPct val="100000"/>
              <a:buFont typeface="Arial"/>
              <a:buChar char="•"/>
              <a:defRPr sz="1615"/>
            </a:pPr>
            <a:r>
              <a:rPr lang="en-US" sz="2000" dirty="0"/>
              <a:t>Machine</a:t>
            </a:r>
            <a:r>
              <a:rPr sz="2000" dirty="0"/>
              <a:t> learning is a subset of AI.</a:t>
            </a:r>
          </a:p>
          <a:p>
            <a:pPr marL="1737360" lvl="4" indent="-217170" defTabSz="868680">
              <a:lnSpc>
                <a:spcPct val="90000"/>
              </a:lnSpc>
              <a:spcBef>
                <a:spcPts val="500"/>
              </a:spcBef>
              <a:buSzPct val="100000"/>
              <a:buFont typeface="Arial"/>
              <a:buChar char="•"/>
              <a:defRPr sz="1615"/>
            </a:pPr>
            <a:r>
              <a:rPr sz="2000" dirty="0"/>
              <a:t>Machine learning algorithms are basically designed to classify things, find patterns, predict outcomes, and make informed decisions. </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Box 1"/>
          <p:cNvSpPr txBox="1"/>
          <p:nvPr/>
        </p:nvSpPr>
        <p:spPr>
          <a:xfrm>
            <a:off x="1202571" y="637761"/>
            <a:ext cx="9797056" cy="9001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lvl1pPr>
              <a:lnSpc>
                <a:spcPct val="90000"/>
              </a:lnSpc>
              <a:spcBef>
                <a:spcPts val="600"/>
              </a:spcBef>
              <a:defRPr sz="4000" b="1"/>
            </a:lvl1pPr>
          </a:lstStyle>
          <a:p>
            <a:r>
              <a:t>PROBLEM STATEMENT</a:t>
            </a:r>
          </a:p>
        </p:txBody>
      </p:sp>
      <p:grpSp>
        <p:nvGrpSpPr>
          <p:cNvPr id="137" name="TextBox 8"/>
          <p:cNvGrpSpPr/>
          <p:nvPr/>
        </p:nvGrpSpPr>
        <p:grpSpPr>
          <a:xfrm>
            <a:off x="1155557" y="2896301"/>
            <a:ext cx="9889792" cy="1172245"/>
            <a:chOff x="0" y="0"/>
            <a:chExt cx="9889790" cy="1172243"/>
          </a:xfrm>
        </p:grpSpPr>
        <p:sp>
          <p:nvSpPr>
            <p:cNvPr id="134" name="Rounded Rectangle"/>
            <p:cNvSpPr/>
            <p:nvPr/>
          </p:nvSpPr>
          <p:spPr>
            <a:xfrm>
              <a:off x="0" y="0"/>
              <a:ext cx="9889790" cy="1172243"/>
            </a:xfrm>
            <a:prstGeom prst="roundRect">
              <a:avLst>
                <a:gd name="adj" fmla="val 10000"/>
              </a:avLst>
            </a:prstGeom>
            <a:solidFill>
              <a:srgbClr val="D4D4D5"/>
            </a:solidFill>
            <a:ln w="12700" cap="flat">
              <a:noFill/>
              <a:miter lim="400000"/>
            </a:ln>
            <a:effectLst/>
          </p:spPr>
          <p:txBody>
            <a:bodyPr wrap="square" lIns="45719" tIns="45719" rIns="45719" bIns="45719" numCol="1" anchor="t">
              <a:noAutofit/>
            </a:bodyPr>
            <a:lstStyle/>
            <a:p>
              <a:endParaRPr/>
            </a:p>
          </p:txBody>
        </p:sp>
        <p:sp>
          <p:nvSpPr>
            <p:cNvPr id="135" name="Square"/>
            <p:cNvSpPr/>
            <p:nvPr/>
          </p:nvSpPr>
          <p:spPr>
            <a:xfrm>
              <a:off x="354602" y="263753"/>
              <a:ext cx="644734" cy="644734"/>
            </a:xfrm>
            <a:prstGeom prst="rect">
              <a:avLst/>
            </a:prstGeom>
            <a:blipFill rotWithShape="1">
              <a:blip r:embed="rId2"/>
              <a:srcRect/>
              <a:stretch>
                <a:fillRect/>
              </a:stretch>
            </a:blipFill>
            <a:ln w="13970" cap="flat">
              <a:solidFill>
                <a:srgbClr val="FFFFFF"/>
              </a:solidFill>
              <a:prstDash val="solid"/>
              <a:round/>
            </a:ln>
            <a:effectLst/>
          </p:spPr>
          <p:txBody>
            <a:bodyPr wrap="square" lIns="45719" tIns="45719" rIns="45719" bIns="45719" numCol="1" anchor="t">
              <a:noAutofit/>
            </a:bodyPr>
            <a:lstStyle/>
            <a:p>
              <a:endParaRPr/>
            </a:p>
          </p:txBody>
        </p:sp>
        <p:sp>
          <p:nvSpPr>
            <p:cNvPr id="136" name="Design and development of an application to predict stock market using machine learning technique"/>
            <p:cNvSpPr/>
            <p:nvPr/>
          </p:nvSpPr>
          <p:spPr>
            <a:xfrm>
              <a:off x="1353941" y="76129"/>
              <a:ext cx="8535848" cy="101998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4062" tIns="124062" rIns="124062" bIns="124062" numCol="1" anchor="ctr">
              <a:spAutoFit/>
            </a:bodyPr>
            <a:lstStyle>
              <a:lvl1pPr defTabSz="1111250">
                <a:spcBef>
                  <a:spcPts val="1000"/>
                </a:spcBef>
                <a:defRPr sz="2500"/>
              </a:lvl1pPr>
            </a:lstStyle>
            <a:p>
              <a:r>
                <a:rPr dirty="0"/>
                <a:t>Design and development of an </a:t>
              </a:r>
              <a:r>
                <a:rPr lang="en-US" dirty="0"/>
                <a:t>model</a:t>
              </a:r>
              <a:r>
                <a:rPr dirty="0"/>
                <a:t> to predict stock market using machine learning </a:t>
              </a:r>
              <a:r>
                <a:rPr lang="en-US" dirty="0"/>
                <a:t>approach.</a:t>
              </a:r>
              <a:endParaRPr dirty="0"/>
            </a:p>
          </p:txBody>
        </p:sp>
      </p:grpSp>
      <p:grpSp>
        <p:nvGrpSpPr>
          <p:cNvPr id="2" name="TextBox 8">
            <a:extLst>
              <a:ext uri="{FF2B5EF4-FFF2-40B4-BE49-F238E27FC236}">
                <a16:creationId xmlns:a16="http://schemas.microsoft.com/office/drawing/2014/main" id="{31E51D07-A0EF-8385-3E78-E1C82EF81E84}"/>
              </a:ext>
            </a:extLst>
          </p:cNvPr>
          <p:cNvGrpSpPr/>
          <p:nvPr/>
        </p:nvGrpSpPr>
        <p:grpSpPr>
          <a:xfrm>
            <a:off x="1130573" y="4257907"/>
            <a:ext cx="9889792" cy="1172245"/>
            <a:chOff x="0" y="0"/>
            <a:chExt cx="9889790" cy="1172243"/>
          </a:xfrm>
        </p:grpSpPr>
        <p:sp>
          <p:nvSpPr>
            <p:cNvPr id="3" name="Rounded Rectangle">
              <a:extLst>
                <a:ext uri="{FF2B5EF4-FFF2-40B4-BE49-F238E27FC236}">
                  <a16:creationId xmlns:a16="http://schemas.microsoft.com/office/drawing/2014/main" id="{172C82D7-5CE1-DB3D-221E-FEAB0A07A964}"/>
                </a:ext>
              </a:extLst>
            </p:cNvPr>
            <p:cNvSpPr/>
            <p:nvPr/>
          </p:nvSpPr>
          <p:spPr>
            <a:xfrm>
              <a:off x="0" y="0"/>
              <a:ext cx="9889790" cy="1172243"/>
            </a:xfrm>
            <a:prstGeom prst="roundRect">
              <a:avLst>
                <a:gd name="adj" fmla="val 10000"/>
              </a:avLst>
            </a:prstGeom>
            <a:solidFill>
              <a:srgbClr val="D4D4D5"/>
            </a:solidFill>
            <a:ln w="12700" cap="flat">
              <a:noFill/>
              <a:miter lim="400000"/>
            </a:ln>
            <a:effectLst/>
          </p:spPr>
          <p:txBody>
            <a:bodyPr wrap="square" lIns="45719" tIns="45719" rIns="45719" bIns="45719" numCol="1" anchor="t">
              <a:noAutofit/>
            </a:bodyPr>
            <a:lstStyle/>
            <a:p>
              <a:endParaRPr/>
            </a:p>
          </p:txBody>
        </p:sp>
        <p:sp>
          <p:nvSpPr>
            <p:cNvPr id="4" name="Square">
              <a:extLst>
                <a:ext uri="{FF2B5EF4-FFF2-40B4-BE49-F238E27FC236}">
                  <a16:creationId xmlns:a16="http://schemas.microsoft.com/office/drawing/2014/main" id="{4166AD5F-4360-BC08-C59B-1194AB6D3AB9}"/>
                </a:ext>
              </a:extLst>
            </p:cNvPr>
            <p:cNvSpPr/>
            <p:nvPr/>
          </p:nvSpPr>
          <p:spPr>
            <a:xfrm>
              <a:off x="354602" y="263753"/>
              <a:ext cx="644734" cy="644734"/>
            </a:xfrm>
            <a:prstGeom prst="rect">
              <a:avLst/>
            </a:prstGeom>
            <a:blipFill rotWithShape="1">
              <a:blip r:embed="rId2"/>
              <a:srcRect/>
              <a:stretch>
                <a:fillRect/>
              </a:stretch>
            </a:blipFill>
            <a:ln w="13970" cap="flat">
              <a:solidFill>
                <a:srgbClr val="FFFFFF"/>
              </a:solidFill>
              <a:prstDash val="solid"/>
              <a:round/>
            </a:ln>
            <a:effectLst/>
          </p:spPr>
          <p:txBody>
            <a:bodyPr wrap="square" lIns="45719" tIns="45719" rIns="45719" bIns="45719" numCol="1" anchor="t">
              <a:noAutofit/>
            </a:bodyPr>
            <a:lstStyle/>
            <a:p>
              <a:endParaRPr/>
            </a:p>
          </p:txBody>
        </p:sp>
        <p:sp>
          <p:nvSpPr>
            <p:cNvPr id="5" name="Design and development of an application to predict stock market using machine learning technique">
              <a:extLst>
                <a:ext uri="{FF2B5EF4-FFF2-40B4-BE49-F238E27FC236}">
                  <a16:creationId xmlns:a16="http://schemas.microsoft.com/office/drawing/2014/main" id="{9CFC7531-538D-E2E7-91CB-92FF508274DF}"/>
                </a:ext>
              </a:extLst>
            </p:cNvPr>
            <p:cNvSpPr/>
            <p:nvPr/>
          </p:nvSpPr>
          <p:spPr>
            <a:xfrm>
              <a:off x="1353941" y="268489"/>
              <a:ext cx="8535848" cy="63526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4062" tIns="124062" rIns="124062" bIns="124062" numCol="1" anchor="ctr">
              <a:spAutoFit/>
            </a:bodyPr>
            <a:lstStyle>
              <a:lvl1pPr defTabSz="1111250">
                <a:spcBef>
                  <a:spcPts val="1000"/>
                </a:spcBef>
                <a:defRPr sz="2500"/>
              </a:lvl1pPr>
            </a:lstStyle>
            <a:p>
              <a:r>
                <a:rPr lang="en-US" dirty="0" err="1"/>
                <a:t>Analysing</a:t>
              </a:r>
              <a:r>
                <a:rPr lang="en-US" dirty="0"/>
                <a:t> the fluctuation of market.</a:t>
              </a:r>
            </a:p>
          </p:txBody>
        </p:sp>
      </p:gr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Rectangle 15"/>
          <p:cNvSpPr/>
          <p:nvPr/>
        </p:nvSpPr>
        <p:spPr>
          <a:xfrm>
            <a:off x="11292840" y="0"/>
            <a:ext cx="914401" cy="6858000"/>
          </a:xfrm>
          <a:prstGeom prst="rect">
            <a:avLst/>
          </a:prstGeom>
          <a:solidFill>
            <a:srgbClr val="353538"/>
          </a:solidFill>
          <a:ln w="12700">
            <a:miter lim="400000"/>
          </a:ln>
        </p:spPr>
        <p:txBody>
          <a:bodyPr lIns="45719" rIns="45719"/>
          <a:lstStyle/>
          <a:p>
            <a:endParaRPr/>
          </a:p>
        </p:txBody>
      </p:sp>
      <p:sp>
        <p:nvSpPr>
          <p:cNvPr id="140" name="TextBox 1"/>
          <p:cNvSpPr txBox="1"/>
          <p:nvPr/>
        </p:nvSpPr>
        <p:spPr>
          <a:xfrm>
            <a:off x="1307590" y="365759"/>
            <a:ext cx="9766945" cy="1325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b">
            <a:normAutofit/>
          </a:bodyPr>
          <a:lstStyle>
            <a:lvl1pPr>
              <a:lnSpc>
                <a:spcPct val="90000"/>
              </a:lnSpc>
              <a:spcBef>
                <a:spcPts val="600"/>
              </a:spcBef>
              <a:defRPr sz="4400" b="1" spc="-100"/>
            </a:lvl1pPr>
          </a:lstStyle>
          <a:p>
            <a:r>
              <a:t>OBJECTIVES</a:t>
            </a:r>
          </a:p>
        </p:txBody>
      </p:sp>
      <p:grpSp>
        <p:nvGrpSpPr>
          <p:cNvPr id="152" name="TextBox 2"/>
          <p:cNvGrpSpPr/>
          <p:nvPr/>
        </p:nvGrpSpPr>
        <p:grpSpPr>
          <a:xfrm>
            <a:off x="1262063" y="2013053"/>
            <a:ext cx="8785736" cy="4201482"/>
            <a:chOff x="0" y="83753"/>
            <a:chExt cx="8785735" cy="4201480"/>
          </a:xfrm>
        </p:grpSpPr>
        <p:grpSp>
          <p:nvGrpSpPr>
            <p:cNvPr id="143" name="Group"/>
            <p:cNvGrpSpPr/>
            <p:nvPr/>
          </p:nvGrpSpPr>
          <p:grpSpPr>
            <a:xfrm>
              <a:off x="0" y="83753"/>
              <a:ext cx="7467875" cy="1260446"/>
              <a:chOff x="0" y="83754"/>
              <a:chExt cx="7467874" cy="1260444"/>
            </a:xfrm>
          </p:grpSpPr>
          <p:sp>
            <p:nvSpPr>
              <p:cNvPr id="141" name="Rounded Rectangle"/>
              <p:cNvSpPr/>
              <p:nvPr/>
            </p:nvSpPr>
            <p:spPr>
              <a:xfrm>
                <a:off x="0" y="83754"/>
                <a:ext cx="7467874" cy="1260444"/>
              </a:xfrm>
              <a:prstGeom prst="roundRect">
                <a:avLst>
                  <a:gd name="adj" fmla="val 10000"/>
                </a:avLst>
              </a:prstGeom>
              <a:solidFill>
                <a:schemeClr val="accent1"/>
              </a:solidFill>
              <a:ln w="17145" cap="flat">
                <a:solidFill>
                  <a:srgbClr val="FFFFFF"/>
                </a:solidFill>
                <a:prstDash val="solid"/>
                <a:round/>
              </a:ln>
              <a:effectLst/>
            </p:spPr>
            <p:txBody>
              <a:bodyPr wrap="square" lIns="45719" tIns="45719" rIns="45719" bIns="45719" numCol="1" anchor="ctr">
                <a:noAutofit/>
              </a:bodyPr>
              <a:lstStyle/>
              <a:p>
                <a:pPr defTabSz="1289050">
                  <a:lnSpc>
                    <a:spcPct val="90000"/>
                  </a:lnSpc>
                  <a:spcBef>
                    <a:spcPts val="700"/>
                  </a:spcBef>
                  <a:defRPr sz="2900" cap="all">
                    <a:solidFill>
                      <a:srgbClr val="FFFFFF"/>
                    </a:solidFill>
                    <a:latin typeface="Corbel"/>
                    <a:ea typeface="Corbel"/>
                    <a:cs typeface="Corbel"/>
                    <a:sym typeface="Corbel"/>
                  </a:defRPr>
                </a:pPr>
                <a:endParaRPr/>
              </a:p>
            </p:txBody>
          </p:sp>
          <p:sp>
            <p:nvSpPr>
              <p:cNvPr id="142" name="Predict the future value of the financial stocks of a company."/>
              <p:cNvSpPr txBox="1"/>
              <p:nvPr/>
            </p:nvSpPr>
            <p:spPr>
              <a:xfrm>
                <a:off x="36916" y="200761"/>
                <a:ext cx="6107759" cy="102643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10489" tIns="110489" rIns="110489" bIns="110489" numCol="1" anchor="ctr">
                <a:spAutoFit/>
              </a:bodyPr>
              <a:lstStyle/>
              <a:p>
                <a:pPr defTabSz="1289050">
                  <a:lnSpc>
                    <a:spcPct val="90000"/>
                  </a:lnSpc>
                  <a:spcBef>
                    <a:spcPts val="1200"/>
                  </a:spcBef>
                  <a:defRPr sz="2900" cap="all">
                    <a:solidFill>
                      <a:srgbClr val="FFFFFF"/>
                    </a:solidFill>
                    <a:latin typeface="Corbel"/>
                    <a:ea typeface="Corbel"/>
                    <a:cs typeface="Corbel"/>
                    <a:sym typeface="Corbel"/>
                  </a:defRPr>
                </a:pPr>
                <a:r>
                  <a:rPr dirty="0"/>
                  <a:t>Predict</a:t>
                </a:r>
                <a:r>
                  <a:rPr lang="en-US" dirty="0"/>
                  <a:t> the value</a:t>
                </a:r>
                <a:r>
                  <a:rPr dirty="0"/>
                  <a:t> of the financial stocks of a company</a:t>
                </a:r>
                <a:r>
                  <a:rPr dirty="0">
                    <a:latin typeface="+mj-lt"/>
                    <a:ea typeface="+mj-ea"/>
                    <a:cs typeface="+mj-cs"/>
                    <a:sym typeface="Century Schoolbook"/>
                  </a:rPr>
                  <a:t>.</a:t>
                </a:r>
              </a:p>
            </p:txBody>
          </p:sp>
        </p:grpSp>
        <p:grpSp>
          <p:nvGrpSpPr>
            <p:cNvPr id="146" name="Group"/>
            <p:cNvGrpSpPr/>
            <p:nvPr/>
          </p:nvGrpSpPr>
          <p:grpSpPr>
            <a:xfrm>
              <a:off x="658929" y="1554271"/>
              <a:ext cx="7467875" cy="1260444"/>
              <a:chOff x="0" y="0"/>
              <a:chExt cx="7467873" cy="1260443"/>
            </a:xfrm>
          </p:grpSpPr>
          <p:sp>
            <p:nvSpPr>
              <p:cNvPr id="144" name="Rounded Rectangle"/>
              <p:cNvSpPr/>
              <p:nvPr/>
            </p:nvSpPr>
            <p:spPr>
              <a:xfrm>
                <a:off x="0" y="0"/>
                <a:ext cx="7467874" cy="1260444"/>
              </a:xfrm>
              <a:prstGeom prst="roundRect">
                <a:avLst>
                  <a:gd name="adj" fmla="val 10000"/>
                </a:avLst>
              </a:prstGeom>
              <a:solidFill>
                <a:schemeClr val="accent1"/>
              </a:solidFill>
              <a:ln w="17145" cap="flat">
                <a:solidFill>
                  <a:srgbClr val="FFFFFF"/>
                </a:solidFill>
                <a:prstDash val="solid"/>
                <a:round/>
              </a:ln>
              <a:effectLst/>
            </p:spPr>
            <p:txBody>
              <a:bodyPr wrap="square" lIns="45719" tIns="45719" rIns="45719" bIns="45719" numCol="1" anchor="ctr">
                <a:noAutofit/>
              </a:bodyPr>
              <a:lstStyle/>
              <a:p>
                <a:pPr defTabSz="1289050">
                  <a:lnSpc>
                    <a:spcPct val="90000"/>
                  </a:lnSpc>
                  <a:spcBef>
                    <a:spcPts val="700"/>
                  </a:spcBef>
                  <a:defRPr sz="2900" cap="all">
                    <a:solidFill>
                      <a:srgbClr val="FFFFFF"/>
                    </a:solidFill>
                  </a:defRPr>
                </a:pPr>
                <a:endParaRPr/>
              </a:p>
            </p:txBody>
          </p:sp>
          <p:sp>
            <p:nvSpPr>
              <p:cNvPr id="145" name="To calculate the  estimated price of stock ."/>
              <p:cNvSpPr txBox="1"/>
              <p:nvPr/>
            </p:nvSpPr>
            <p:spPr>
              <a:xfrm>
                <a:off x="36917" y="121586"/>
                <a:ext cx="5915822" cy="101727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10489" tIns="110489" rIns="110489" bIns="110489" numCol="1" anchor="ctr">
                <a:spAutoFit/>
              </a:bodyPr>
              <a:lstStyle>
                <a:lvl1pPr defTabSz="1289050">
                  <a:lnSpc>
                    <a:spcPct val="90000"/>
                  </a:lnSpc>
                  <a:spcBef>
                    <a:spcPts val="1200"/>
                  </a:spcBef>
                  <a:defRPr sz="2900" cap="all">
                    <a:solidFill>
                      <a:srgbClr val="FFFFFF"/>
                    </a:solidFill>
                    <a:latin typeface="Corbel"/>
                    <a:ea typeface="Corbel"/>
                    <a:cs typeface="Corbel"/>
                    <a:sym typeface="Corbel"/>
                  </a:defRPr>
                </a:lvl1pPr>
              </a:lstStyle>
              <a:p>
                <a:r>
                  <a:t>To calculate the  estimated price of stock .</a:t>
                </a:r>
              </a:p>
            </p:txBody>
          </p:sp>
        </p:grpSp>
        <p:grpSp>
          <p:nvGrpSpPr>
            <p:cNvPr id="149" name="Group"/>
            <p:cNvGrpSpPr/>
            <p:nvPr/>
          </p:nvGrpSpPr>
          <p:grpSpPr>
            <a:xfrm>
              <a:off x="1317859" y="3024788"/>
              <a:ext cx="7467876" cy="1260445"/>
              <a:chOff x="0" y="0"/>
              <a:chExt cx="7467874" cy="1260444"/>
            </a:xfrm>
          </p:grpSpPr>
          <p:sp>
            <p:nvSpPr>
              <p:cNvPr id="147" name="Rounded Rectangle"/>
              <p:cNvSpPr/>
              <p:nvPr/>
            </p:nvSpPr>
            <p:spPr>
              <a:xfrm>
                <a:off x="0" y="0"/>
                <a:ext cx="7467874" cy="1260444"/>
              </a:xfrm>
              <a:prstGeom prst="roundRect">
                <a:avLst>
                  <a:gd name="adj" fmla="val 10000"/>
                </a:avLst>
              </a:prstGeom>
              <a:solidFill>
                <a:schemeClr val="accent1"/>
              </a:solidFill>
              <a:ln w="17145" cap="flat">
                <a:solidFill>
                  <a:srgbClr val="FFFFFF"/>
                </a:solidFill>
                <a:prstDash val="solid"/>
                <a:round/>
              </a:ln>
              <a:effectLst/>
            </p:spPr>
            <p:txBody>
              <a:bodyPr wrap="square" lIns="45719" tIns="45719" rIns="45719" bIns="45719" numCol="1" anchor="ctr">
                <a:noAutofit/>
              </a:bodyPr>
              <a:lstStyle/>
              <a:p>
                <a:pPr defTabSz="1289050">
                  <a:lnSpc>
                    <a:spcPct val="90000"/>
                  </a:lnSpc>
                  <a:spcBef>
                    <a:spcPts val="700"/>
                  </a:spcBef>
                  <a:defRPr cap="all">
                    <a:solidFill>
                      <a:srgbClr val="FFFFFF"/>
                    </a:solidFill>
                  </a:defRPr>
                </a:pPr>
                <a:endParaRPr/>
              </a:p>
            </p:txBody>
          </p:sp>
          <p:sp>
            <p:nvSpPr>
              <p:cNvPr id="148" name="Future movement of stock value."/>
              <p:cNvSpPr txBox="1"/>
              <p:nvPr/>
            </p:nvSpPr>
            <p:spPr>
              <a:xfrm>
                <a:off x="36917" y="317829"/>
                <a:ext cx="5915822" cy="62478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10489" tIns="110489" rIns="110489" bIns="110489" numCol="1" anchor="ctr">
                <a:spAutoFit/>
              </a:bodyPr>
              <a:lstStyle>
                <a:lvl1pPr defTabSz="1289050">
                  <a:lnSpc>
                    <a:spcPct val="90000"/>
                  </a:lnSpc>
                  <a:spcBef>
                    <a:spcPts val="1200"/>
                  </a:spcBef>
                  <a:defRPr sz="2900" cap="all">
                    <a:solidFill>
                      <a:srgbClr val="FFFFFF"/>
                    </a:solidFill>
                    <a:latin typeface="Corbel"/>
                    <a:ea typeface="Corbel"/>
                    <a:cs typeface="Corbel"/>
                    <a:sym typeface="Corbel"/>
                  </a:defRPr>
                </a:lvl1pPr>
              </a:lstStyle>
              <a:p>
                <a:r>
                  <a:rPr lang="en-US" dirty="0"/>
                  <a:t>movement</a:t>
                </a:r>
                <a:r>
                  <a:rPr dirty="0"/>
                  <a:t> of stock value.</a:t>
                </a:r>
              </a:p>
            </p:txBody>
          </p:sp>
        </p:grpSp>
        <p:sp>
          <p:nvSpPr>
            <p:cNvPr id="150" name="Shape"/>
            <p:cNvSpPr/>
            <p:nvPr/>
          </p:nvSpPr>
          <p:spPr>
            <a:xfrm>
              <a:off x="6648585" y="1039590"/>
              <a:ext cx="819289" cy="819289"/>
            </a:xfrm>
            <a:custGeom>
              <a:avLst/>
              <a:gdLst/>
              <a:ahLst/>
              <a:cxnLst>
                <a:cxn ang="0">
                  <a:pos x="wd2" y="hd2"/>
                </a:cxn>
                <a:cxn ang="5400000">
                  <a:pos x="wd2" y="hd2"/>
                </a:cxn>
                <a:cxn ang="10800000">
                  <a:pos x="wd2" y="hd2"/>
                </a:cxn>
                <a:cxn ang="16200000">
                  <a:pos x="wd2" y="hd2"/>
                </a:cxn>
              </a:cxnLst>
              <a:rect l="0" t="0" r="r" b="b"/>
              <a:pathLst>
                <a:path w="21600" h="21600" extrusionOk="0">
                  <a:moveTo>
                    <a:pt x="0" y="11880"/>
                  </a:moveTo>
                  <a:lnTo>
                    <a:pt x="4860" y="11880"/>
                  </a:lnTo>
                  <a:lnTo>
                    <a:pt x="4860" y="0"/>
                  </a:lnTo>
                  <a:lnTo>
                    <a:pt x="16740" y="0"/>
                  </a:lnTo>
                  <a:lnTo>
                    <a:pt x="16740" y="11880"/>
                  </a:lnTo>
                  <a:lnTo>
                    <a:pt x="21600" y="11880"/>
                  </a:lnTo>
                  <a:lnTo>
                    <a:pt x="10800" y="21600"/>
                  </a:lnTo>
                  <a:close/>
                </a:path>
              </a:pathLst>
            </a:custGeom>
            <a:solidFill>
              <a:srgbClr val="D4D4D5">
                <a:alpha val="90000"/>
              </a:srgbClr>
            </a:solidFill>
            <a:ln w="13970" cap="flat">
              <a:solidFill>
                <a:srgbClr val="D4D4D5">
                  <a:alpha val="90000"/>
                </a:srgbClr>
              </a:solidFill>
              <a:prstDash val="solid"/>
              <a:round/>
            </a:ln>
            <a:effectLst/>
          </p:spPr>
          <p:txBody>
            <a:bodyPr wrap="square" lIns="45719" tIns="45719" rIns="45719" bIns="45719" numCol="1" anchor="ctr">
              <a:noAutofit/>
            </a:bodyPr>
            <a:lstStyle/>
            <a:p>
              <a:pPr algn="ctr" defTabSz="1600200">
                <a:lnSpc>
                  <a:spcPct val="90000"/>
                </a:lnSpc>
                <a:spcBef>
                  <a:spcPts val="700"/>
                </a:spcBef>
                <a:defRPr sz="3600"/>
              </a:pPr>
              <a:endParaRPr/>
            </a:p>
          </p:txBody>
        </p:sp>
        <p:sp>
          <p:nvSpPr>
            <p:cNvPr id="151" name="Shape"/>
            <p:cNvSpPr/>
            <p:nvPr/>
          </p:nvSpPr>
          <p:spPr>
            <a:xfrm>
              <a:off x="7307515" y="2501704"/>
              <a:ext cx="819289" cy="819289"/>
            </a:xfrm>
            <a:custGeom>
              <a:avLst/>
              <a:gdLst/>
              <a:ahLst/>
              <a:cxnLst>
                <a:cxn ang="0">
                  <a:pos x="wd2" y="hd2"/>
                </a:cxn>
                <a:cxn ang="5400000">
                  <a:pos x="wd2" y="hd2"/>
                </a:cxn>
                <a:cxn ang="10800000">
                  <a:pos x="wd2" y="hd2"/>
                </a:cxn>
                <a:cxn ang="16200000">
                  <a:pos x="wd2" y="hd2"/>
                </a:cxn>
              </a:cxnLst>
              <a:rect l="0" t="0" r="r" b="b"/>
              <a:pathLst>
                <a:path w="21600" h="21600" extrusionOk="0">
                  <a:moveTo>
                    <a:pt x="0" y="11880"/>
                  </a:moveTo>
                  <a:lnTo>
                    <a:pt x="4860" y="11880"/>
                  </a:lnTo>
                  <a:lnTo>
                    <a:pt x="4860" y="0"/>
                  </a:lnTo>
                  <a:lnTo>
                    <a:pt x="16740" y="0"/>
                  </a:lnTo>
                  <a:lnTo>
                    <a:pt x="16740" y="11880"/>
                  </a:lnTo>
                  <a:lnTo>
                    <a:pt x="21600" y="11880"/>
                  </a:lnTo>
                  <a:lnTo>
                    <a:pt x="10800" y="21600"/>
                  </a:lnTo>
                  <a:close/>
                </a:path>
              </a:pathLst>
            </a:custGeom>
            <a:solidFill>
              <a:srgbClr val="D4D4D5">
                <a:alpha val="90000"/>
              </a:srgbClr>
            </a:solidFill>
            <a:ln w="13970" cap="flat">
              <a:solidFill>
                <a:srgbClr val="D4D4D5">
                  <a:alpha val="90000"/>
                </a:srgbClr>
              </a:solidFill>
              <a:prstDash val="solid"/>
              <a:round/>
            </a:ln>
            <a:effectLst/>
          </p:spPr>
          <p:txBody>
            <a:bodyPr wrap="square" lIns="45719" tIns="45719" rIns="45719" bIns="45719" numCol="1" anchor="ctr">
              <a:noAutofit/>
            </a:bodyPr>
            <a:lstStyle/>
            <a:p>
              <a:pPr algn="ctr" defTabSz="1600200">
                <a:lnSpc>
                  <a:spcPct val="90000"/>
                </a:lnSpc>
                <a:spcBef>
                  <a:spcPts val="700"/>
                </a:spcBef>
                <a:defRPr sz="3600"/>
              </a:pPr>
              <a:endParaRPr/>
            </a:p>
          </p:txBody>
        </p:sp>
      </p:gr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TextBox 1"/>
          <p:cNvSpPr txBox="1"/>
          <p:nvPr/>
        </p:nvSpPr>
        <p:spPr>
          <a:xfrm>
            <a:off x="1429284" y="348864"/>
            <a:ext cx="9626671" cy="15764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nSpc>
                <a:spcPct val="90000"/>
              </a:lnSpc>
              <a:spcBef>
                <a:spcPts val="600"/>
              </a:spcBef>
              <a:defRPr sz="4000" b="1"/>
            </a:lvl1pPr>
          </a:lstStyle>
          <a:p>
            <a:r>
              <a:t>METHODOLOGY</a:t>
            </a:r>
          </a:p>
        </p:txBody>
      </p:sp>
      <p:grpSp>
        <p:nvGrpSpPr>
          <p:cNvPr id="167" name="TextBox 2"/>
          <p:cNvGrpSpPr/>
          <p:nvPr/>
        </p:nvGrpSpPr>
        <p:grpSpPr>
          <a:xfrm>
            <a:off x="744738" y="3152485"/>
            <a:ext cx="10726464" cy="2112293"/>
            <a:chOff x="0" y="0"/>
            <a:chExt cx="10726463" cy="2112291"/>
          </a:xfrm>
        </p:grpSpPr>
        <p:sp>
          <p:nvSpPr>
            <p:cNvPr id="155" name="Shape"/>
            <p:cNvSpPr/>
            <p:nvPr/>
          </p:nvSpPr>
          <p:spPr>
            <a:xfrm>
              <a:off x="462244" y="0"/>
              <a:ext cx="1445999" cy="1445998"/>
            </a:xfrm>
            <a:custGeom>
              <a:avLst/>
              <a:gdLst/>
              <a:ahLst/>
              <a:cxnLst>
                <a:cxn ang="0">
                  <a:pos x="wd2" y="hd2"/>
                </a:cxn>
                <a:cxn ang="5400000">
                  <a:pos x="wd2" y="hd2"/>
                </a:cxn>
                <a:cxn ang="10800000">
                  <a:pos x="wd2" y="hd2"/>
                </a:cxn>
                <a:cxn ang="16200000">
                  <a:pos x="wd2" y="hd2"/>
                </a:cxn>
              </a:cxnLst>
              <a:rect l="0" t="0" r="r" b="b"/>
              <a:pathLst>
                <a:path w="21600" h="21600" extrusionOk="0">
                  <a:moveTo>
                    <a:pt x="6421" y="0"/>
                  </a:moveTo>
                  <a:lnTo>
                    <a:pt x="21600" y="0"/>
                  </a:lnTo>
                  <a:lnTo>
                    <a:pt x="21600" y="15179"/>
                  </a:lnTo>
                  <a:cubicBezTo>
                    <a:pt x="21600" y="18725"/>
                    <a:pt x="18725" y="21600"/>
                    <a:pt x="15179" y="21600"/>
                  </a:cubicBezTo>
                  <a:lnTo>
                    <a:pt x="0" y="21600"/>
                  </a:lnTo>
                  <a:lnTo>
                    <a:pt x="0" y="6421"/>
                  </a:lnTo>
                  <a:cubicBezTo>
                    <a:pt x="0" y="2875"/>
                    <a:pt x="2875" y="0"/>
                    <a:pt x="6421" y="0"/>
                  </a:cubicBezTo>
                  <a:close/>
                </a:path>
              </a:pathLst>
            </a:custGeom>
            <a:solidFill>
              <a:srgbClr val="D4D4D5"/>
            </a:solidFill>
            <a:ln w="12700" cap="flat">
              <a:noFill/>
              <a:miter lim="400000"/>
            </a:ln>
            <a:effectLst/>
          </p:spPr>
          <p:txBody>
            <a:bodyPr wrap="square" lIns="45719" tIns="45719" rIns="45719" bIns="45719" numCol="1" anchor="t">
              <a:noAutofit/>
            </a:bodyPr>
            <a:lstStyle/>
            <a:p>
              <a:endParaRPr/>
            </a:p>
          </p:txBody>
        </p:sp>
        <p:sp>
          <p:nvSpPr>
            <p:cNvPr id="156" name="Square"/>
            <p:cNvSpPr/>
            <p:nvPr/>
          </p:nvSpPr>
          <p:spPr>
            <a:xfrm>
              <a:off x="770409" y="308163"/>
              <a:ext cx="829671" cy="829671"/>
            </a:xfrm>
            <a:prstGeom prst="rect">
              <a:avLst/>
            </a:prstGeom>
            <a:blipFill rotWithShape="1">
              <a:blip r:embed="rId2"/>
              <a:srcRect/>
              <a:stretch>
                <a:fillRect/>
              </a:stretch>
            </a:blipFill>
            <a:ln w="13970" cap="flat">
              <a:solidFill>
                <a:srgbClr val="FFFFFF"/>
              </a:solidFill>
              <a:prstDash val="solid"/>
              <a:round/>
            </a:ln>
            <a:effectLst/>
          </p:spPr>
          <p:txBody>
            <a:bodyPr wrap="square" lIns="45719" tIns="45719" rIns="45719" bIns="45719" numCol="1" anchor="t">
              <a:noAutofit/>
            </a:bodyPr>
            <a:lstStyle/>
            <a:p>
              <a:endParaRPr/>
            </a:p>
          </p:txBody>
        </p:sp>
        <p:sp>
          <p:nvSpPr>
            <p:cNvPr id="157" name="TOOLS"/>
            <p:cNvSpPr txBox="1"/>
            <p:nvPr/>
          </p:nvSpPr>
          <p:spPr>
            <a:xfrm>
              <a:off x="0" y="1896391"/>
              <a:ext cx="2370490" cy="2159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defTabSz="622300">
                <a:spcBef>
                  <a:spcPts val="500"/>
                </a:spcBef>
                <a:defRPr sz="1400" cap="all"/>
              </a:lvl1pPr>
            </a:lstStyle>
            <a:p>
              <a:r>
                <a:t>TOOLS </a:t>
              </a:r>
            </a:p>
          </p:txBody>
        </p:sp>
        <p:sp>
          <p:nvSpPr>
            <p:cNvPr id="158" name="Shape"/>
            <p:cNvSpPr/>
            <p:nvPr/>
          </p:nvSpPr>
          <p:spPr>
            <a:xfrm>
              <a:off x="3247569" y="0"/>
              <a:ext cx="1445999" cy="1445998"/>
            </a:xfrm>
            <a:custGeom>
              <a:avLst/>
              <a:gdLst/>
              <a:ahLst/>
              <a:cxnLst>
                <a:cxn ang="0">
                  <a:pos x="wd2" y="hd2"/>
                </a:cxn>
                <a:cxn ang="5400000">
                  <a:pos x="wd2" y="hd2"/>
                </a:cxn>
                <a:cxn ang="10800000">
                  <a:pos x="wd2" y="hd2"/>
                </a:cxn>
                <a:cxn ang="16200000">
                  <a:pos x="wd2" y="hd2"/>
                </a:cxn>
              </a:cxnLst>
              <a:rect l="0" t="0" r="r" b="b"/>
              <a:pathLst>
                <a:path w="21600" h="21600" extrusionOk="0">
                  <a:moveTo>
                    <a:pt x="6421" y="0"/>
                  </a:moveTo>
                  <a:lnTo>
                    <a:pt x="21600" y="0"/>
                  </a:lnTo>
                  <a:lnTo>
                    <a:pt x="21600" y="15179"/>
                  </a:lnTo>
                  <a:cubicBezTo>
                    <a:pt x="21600" y="18725"/>
                    <a:pt x="18725" y="21600"/>
                    <a:pt x="15179" y="21600"/>
                  </a:cubicBezTo>
                  <a:lnTo>
                    <a:pt x="0" y="21600"/>
                  </a:lnTo>
                  <a:lnTo>
                    <a:pt x="0" y="6421"/>
                  </a:lnTo>
                  <a:cubicBezTo>
                    <a:pt x="0" y="2875"/>
                    <a:pt x="2875" y="0"/>
                    <a:pt x="6421" y="0"/>
                  </a:cubicBezTo>
                  <a:close/>
                </a:path>
              </a:pathLst>
            </a:custGeom>
            <a:solidFill>
              <a:srgbClr val="D4D4D5"/>
            </a:solidFill>
            <a:ln w="12700" cap="flat">
              <a:noFill/>
              <a:miter lim="400000"/>
            </a:ln>
            <a:effectLst/>
          </p:spPr>
          <p:txBody>
            <a:bodyPr wrap="square" lIns="45719" tIns="45719" rIns="45719" bIns="45719" numCol="1" anchor="t">
              <a:noAutofit/>
            </a:bodyPr>
            <a:lstStyle/>
            <a:p>
              <a:endParaRPr/>
            </a:p>
          </p:txBody>
        </p:sp>
        <p:sp>
          <p:nvSpPr>
            <p:cNvPr id="159" name="Square"/>
            <p:cNvSpPr/>
            <p:nvPr/>
          </p:nvSpPr>
          <p:spPr>
            <a:xfrm>
              <a:off x="3555734" y="308163"/>
              <a:ext cx="829671" cy="829671"/>
            </a:xfrm>
            <a:prstGeom prst="rect">
              <a:avLst/>
            </a:prstGeom>
            <a:blipFill rotWithShape="1">
              <a:blip r:embed="rId3"/>
              <a:srcRect/>
              <a:stretch>
                <a:fillRect/>
              </a:stretch>
            </a:blipFill>
            <a:ln w="13970" cap="flat">
              <a:solidFill>
                <a:srgbClr val="FFFFFF"/>
              </a:solidFill>
              <a:prstDash val="solid"/>
              <a:round/>
            </a:ln>
            <a:effectLst/>
          </p:spPr>
          <p:txBody>
            <a:bodyPr wrap="square" lIns="45719" tIns="45719" rIns="45719" bIns="45719" numCol="1" anchor="t">
              <a:noAutofit/>
            </a:bodyPr>
            <a:lstStyle/>
            <a:p>
              <a:endParaRPr/>
            </a:p>
          </p:txBody>
        </p:sp>
        <p:sp>
          <p:nvSpPr>
            <p:cNvPr id="160" name="LIBRARIES"/>
            <p:cNvSpPr txBox="1"/>
            <p:nvPr/>
          </p:nvSpPr>
          <p:spPr>
            <a:xfrm>
              <a:off x="2785324" y="1896391"/>
              <a:ext cx="2370490" cy="2159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defTabSz="622300">
                <a:spcBef>
                  <a:spcPts val="500"/>
                </a:spcBef>
                <a:defRPr sz="1400" cap="all"/>
              </a:lvl1pPr>
            </a:lstStyle>
            <a:p>
              <a:r>
                <a:t>LIBRARIES</a:t>
              </a:r>
            </a:p>
          </p:txBody>
        </p:sp>
        <p:sp>
          <p:nvSpPr>
            <p:cNvPr id="161" name="Shape"/>
            <p:cNvSpPr/>
            <p:nvPr/>
          </p:nvSpPr>
          <p:spPr>
            <a:xfrm>
              <a:off x="6032895" y="0"/>
              <a:ext cx="1445999" cy="1445998"/>
            </a:xfrm>
            <a:custGeom>
              <a:avLst/>
              <a:gdLst/>
              <a:ahLst/>
              <a:cxnLst>
                <a:cxn ang="0">
                  <a:pos x="wd2" y="hd2"/>
                </a:cxn>
                <a:cxn ang="5400000">
                  <a:pos x="wd2" y="hd2"/>
                </a:cxn>
                <a:cxn ang="10800000">
                  <a:pos x="wd2" y="hd2"/>
                </a:cxn>
                <a:cxn ang="16200000">
                  <a:pos x="wd2" y="hd2"/>
                </a:cxn>
              </a:cxnLst>
              <a:rect l="0" t="0" r="r" b="b"/>
              <a:pathLst>
                <a:path w="21600" h="21600" extrusionOk="0">
                  <a:moveTo>
                    <a:pt x="6421" y="0"/>
                  </a:moveTo>
                  <a:lnTo>
                    <a:pt x="21600" y="0"/>
                  </a:lnTo>
                  <a:lnTo>
                    <a:pt x="21600" y="15179"/>
                  </a:lnTo>
                  <a:cubicBezTo>
                    <a:pt x="21600" y="18725"/>
                    <a:pt x="18725" y="21600"/>
                    <a:pt x="15179" y="21600"/>
                  </a:cubicBezTo>
                  <a:lnTo>
                    <a:pt x="0" y="21600"/>
                  </a:lnTo>
                  <a:lnTo>
                    <a:pt x="0" y="6421"/>
                  </a:lnTo>
                  <a:cubicBezTo>
                    <a:pt x="0" y="2875"/>
                    <a:pt x="2875" y="0"/>
                    <a:pt x="6421" y="0"/>
                  </a:cubicBezTo>
                  <a:close/>
                </a:path>
              </a:pathLst>
            </a:custGeom>
            <a:solidFill>
              <a:srgbClr val="D4D4D5"/>
            </a:solidFill>
            <a:ln w="12700" cap="flat">
              <a:noFill/>
              <a:miter lim="400000"/>
            </a:ln>
            <a:effectLst/>
          </p:spPr>
          <p:txBody>
            <a:bodyPr wrap="square" lIns="45719" tIns="45719" rIns="45719" bIns="45719" numCol="1" anchor="t">
              <a:noAutofit/>
            </a:bodyPr>
            <a:lstStyle/>
            <a:p>
              <a:endParaRPr/>
            </a:p>
          </p:txBody>
        </p:sp>
        <p:sp>
          <p:nvSpPr>
            <p:cNvPr id="162" name="Square"/>
            <p:cNvSpPr/>
            <p:nvPr/>
          </p:nvSpPr>
          <p:spPr>
            <a:xfrm>
              <a:off x="6341059" y="308163"/>
              <a:ext cx="829671" cy="829671"/>
            </a:xfrm>
            <a:prstGeom prst="rect">
              <a:avLst/>
            </a:prstGeom>
            <a:blipFill rotWithShape="1">
              <a:blip r:embed="rId4"/>
              <a:srcRect/>
              <a:stretch>
                <a:fillRect/>
              </a:stretch>
            </a:blipFill>
            <a:ln w="13970" cap="flat">
              <a:solidFill>
                <a:srgbClr val="FFFFFF"/>
              </a:solidFill>
              <a:prstDash val="solid"/>
              <a:round/>
            </a:ln>
            <a:effectLst/>
          </p:spPr>
          <p:txBody>
            <a:bodyPr wrap="square" lIns="45719" tIns="45719" rIns="45719" bIns="45719" numCol="1" anchor="t">
              <a:noAutofit/>
            </a:bodyPr>
            <a:lstStyle/>
            <a:p>
              <a:endParaRPr/>
            </a:p>
          </p:txBody>
        </p:sp>
        <p:sp>
          <p:nvSpPr>
            <p:cNvPr id="163" name="SYSTEM ARCHITECTURE"/>
            <p:cNvSpPr txBox="1"/>
            <p:nvPr/>
          </p:nvSpPr>
          <p:spPr>
            <a:xfrm>
              <a:off x="5570650" y="1896391"/>
              <a:ext cx="2370490" cy="2159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defTabSz="622300">
                <a:spcBef>
                  <a:spcPts val="500"/>
                </a:spcBef>
                <a:defRPr sz="1400" cap="all"/>
              </a:lvl1pPr>
            </a:lstStyle>
            <a:p>
              <a:r>
                <a:t>SYSTEM ARCHITECTURE</a:t>
              </a:r>
            </a:p>
          </p:txBody>
        </p:sp>
        <p:sp>
          <p:nvSpPr>
            <p:cNvPr id="164" name="Shape"/>
            <p:cNvSpPr/>
            <p:nvPr/>
          </p:nvSpPr>
          <p:spPr>
            <a:xfrm>
              <a:off x="8818219" y="0"/>
              <a:ext cx="1445999" cy="1445998"/>
            </a:xfrm>
            <a:custGeom>
              <a:avLst/>
              <a:gdLst/>
              <a:ahLst/>
              <a:cxnLst>
                <a:cxn ang="0">
                  <a:pos x="wd2" y="hd2"/>
                </a:cxn>
                <a:cxn ang="5400000">
                  <a:pos x="wd2" y="hd2"/>
                </a:cxn>
                <a:cxn ang="10800000">
                  <a:pos x="wd2" y="hd2"/>
                </a:cxn>
                <a:cxn ang="16200000">
                  <a:pos x="wd2" y="hd2"/>
                </a:cxn>
              </a:cxnLst>
              <a:rect l="0" t="0" r="r" b="b"/>
              <a:pathLst>
                <a:path w="21600" h="21600" extrusionOk="0">
                  <a:moveTo>
                    <a:pt x="6421" y="0"/>
                  </a:moveTo>
                  <a:lnTo>
                    <a:pt x="21600" y="0"/>
                  </a:lnTo>
                  <a:lnTo>
                    <a:pt x="21600" y="15179"/>
                  </a:lnTo>
                  <a:cubicBezTo>
                    <a:pt x="21600" y="18725"/>
                    <a:pt x="18725" y="21600"/>
                    <a:pt x="15179" y="21600"/>
                  </a:cubicBezTo>
                  <a:lnTo>
                    <a:pt x="0" y="21600"/>
                  </a:lnTo>
                  <a:lnTo>
                    <a:pt x="0" y="6421"/>
                  </a:lnTo>
                  <a:cubicBezTo>
                    <a:pt x="0" y="2875"/>
                    <a:pt x="2875" y="0"/>
                    <a:pt x="6421" y="0"/>
                  </a:cubicBezTo>
                  <a:close/>
                </a:path>
              </a:pathLst>
            </a:custGeom>
            <a:solidFill>
              <a:srgbClr val="D4D4D5"/>
            </a:solidFill>
            <a:ln w="12700" cap="flat">
              <a:noFill/>
              <a:miter lim="400000"/>
            </a:ln>
            <a:effectLst/>
          </p:spPr>
          <p:txBody>
            <a:bodyPr wrap="square" lIns="45719" tIns="45719" rIns="45719" bIns="45719" numCol="1" anchor="t">
              <a:noAutofit/>
            </a:bodyPr>
            <a:lstStyle/>
            <a:p>
              <a:endParaRPr/>
            </a:p>
          </p:txBody>
        </p:sp>
        <p:sp>
          <p:nvSpPr>
            <p:cNvPr id="165" name="Square"/>
            <p:cNvSpPr/>
            <p:nvPr/>
          </p:nvSpPr>
          <p:spPr>
            <a:xfrm>
              <a:off x="9126384" y="308163"/>
              <a:ext cx="829671" cy="829671"/>
            </a:xfrm>
            <a:prstGeom prst="rect">
              <a:avLst/>
            </a:prstGeom>
            <a:blipFill rotWithShape="1">
              <a:blip r:embed="rId5"/>
              <a:srcRect/>
              <a:stretch>
                <a:fillRect/>
              </a:stretch>
            </a:blipFill>
            <a:ln w="13970" cap="flat">
              <a:solidFill>
                <a:srgbClr val="FFFFFF"/>
              </a:solidFill>
              <a:prstDash val="solid"/>
              <a:round/>
            </a:ln>
            <a:effectLst/>
          </p:spPr>
          <p:txBody>
            <a:bodyPr wrap="square" lIns="45719" tIns="45719" rIns="45719" bIns="45719" numCol="1" anchor="t">
              <a:noAutofit/>
            </a:bodyPr>
            <a:lstStyle/>
            <a:p>
              <a:endParaRPr/>
            </a:p>
          </p:txBody>
        </p:sp>
        <p:sp>
          <p:nvSpPr>
            <p:cNvPr id="166" name="ALGORITHM USED"/>
            <p:cNvSpPr txBox="1"/>
            <p:nvPr/>
          </p:nvSpPr>
          <p:spPr>
            <a:xfrm>
              <a:off x="8355974" y="1896391"/>
              <a:ext cx="2370490" cy="2159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defTabSz="622300">
                <a:spcBef>
                  <a:spcPts val="500"/>
                </a:spcBef>
                <a:defRPr sz="1400" cap="all"/>
              </a:lvl1pPr>
            </a:lstStyle>
            <a:p>
              <a:r>
                <a:t>ALGORITHM USED</a:t>
              </a:r>
            </a:p>
          </p:txBody>
        </p:sp>
      </p:gr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Rectangle 50"/>
          <p:cNvSpPr/>
          <p:nvPr/>
        </p:nvSpPr>
        <p:spPr>
          <a:xfrm>
            <a:off x="11292840" y="0"/>
            <a:ext cx="914401" cy="6858000"/>
          </a:xfrm>
          <a:prstGeom prst="rect">
            <a:avLst/>
          </a:prstGeom>
          <a:solidFill>
            <a:srgbClr val="353538"/>
          </a:solidFill>
          <a:ln w="12700">
            <a:miter lim="400000"/>
          </a:ln>
        </p:spPr>
        <p:txBody>
          <a:bodyPr lIns="45719" rIns="45719"/>
          <a:lstStyle/>
          <a:p>
            <a:endParaRPr/>
          </a:p>
        </p:txBody>
      </p:sp>
      <p:sp>
        <p:nvSpPr>
          <p:cNvPr id="170" name="Rectangle 52"/>
          <p:cNvSpPr/>
          <p:nvPr/>
        </p:nvSpPr>
        <p:spPr>
          <a:xfrm>
            <a:off x="-1" y="-1"/>
            <a:ext cx="11292842" cy="6858001"/>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171" name="TextBox 1"/>
          <p:cNvSpPr txBox="1"/>
          <p:nvPr/>
        </p:nvSpPr>
        <p:spPr>
          <a:xfrm>
            <a:off x="1307591" y="365759"/>
            <a:ext cx="9601201" cy="1325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b">
            <a:normAutofit/>
          </a:bodyPr>
          <a:lstStyle>
            <a:lvl1pPr>
              <a:lnSpc>
                <a:spcPct val="90000"/>
              </a:lnSpc>
              <a:spcBef>
                <a:spcPts val="600"/>
              </a:spcBef>
              <a:defRPr sz="4400" b="1" spc="-100"/>
            </a:lvl1pPr>
          </a:lstStyle>
          <a:p>
            <a:r>
              <a:t>TOOLS</a:t>
            </a:r>
          </a:p>
        </p:txBody>
      </p:sp>
      <p:grpSp>
        <p:nvGrpSpPr>
          <p:cNvPr id="194" name="Diagram 46"/>
          <p:cNvGrpSpPr/>
          <p:nvPr/>
        </p:nvGrpSpPr>
        <p:grpSpPr>
          <a:xfrm>
            <a:off x="1266318" y="2974606"/>
            <a:ext cx="8586467" cy="2243979"/>
            <a:chOff x="0" y="0"/>
            <a:chExt cx="8586466" cy="2243978"/>
          </a:xfrm>
        </p:grpSpPr>
        <p:sp>
          <p:nvSpPr>
            <p:cNvPr id="172" name="Line"/>
            <p:cNvSpPr/>
            <p:nvPr/>
          </p:nvSpPr>
          <p:spPr>
            <a:xfrm>
              <a:off x="5415223" y="927263"/>
              <a:ext cx="2243980" cy="38945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0800"/>
                  </a:lnTo>
                  <a:lnTo>
                    <a:pt x="21600" y="10800"/>
                  </a:lnTo>
                  <a:lnTo>
                    <a:pt x="21600" y="21600"/>
                  </a:lnTo>
                </a:path>
              </a:pathLst>
            </a:custGeom>
            <a:noFill/>
            <a:ln w="13970" cap="flat">
              <a:solidFill>
                <a:srgbClr val="704E5C"/>
              </a:solidFill>
              <a:prstDash val="solid"/>
              <a:round/>
            </a:ln>
            <a:effectLst/>
          </p:spPr>
          <p:txBody>
            <a:bodyPr wrap="square" lIns="45719" tIns="45719" rIns="45719" bIns="45719" numCol="1" anchor="t">
              <a:noAutofit/>
            </a:bodyPr>
            <a:lstStyle/>
            <a:p>
              <a:endParaRPr/>
            </a:p>
          </p:txBody>
        </p:sp>
        <p:sp>
          <p:nvSpPr>
            <p:cNvPr id="173" name="Line"/>
            <p:cNvSpPr/>
            <p:nvPr/>
          </p:nvSpPr>
          <p:spPr>
            <a:xfrm>
              <a:off x="5415223" y="927263"/>
              <a:ext cx="1" cy="389452"/>
            </a:xfrm>
            <a:prstGeom prst="line">
              <a:avLst/>
            </a:prstGeom>
            <a:noFill/>
            <a:ln w="13970" cap="flat">
              <a:solidFill>
                <a:srgbClr val="704E5C"/>
              </a:solidFill>
              <a:prstDash val="solid"/>
              <a:round/>
            </a:ln>
            <a:effectLst/>
          </p:spPr>
          <p:txBody>
            <a:bodyPr wrap="square" lIns="45719" tIns="45719" rIns="45719" bIns="45719" numCol="1" anchor="t">
              <a:noAutofit/>
            </a:bodyPr>
            <a:lstStyle/>
            <a:p>
              <a:endParaRPr/>
            </a:p>
          </p:txBody>
        </p:sp>
        <p:sp>
          <p:nvSpPr>
            <p:cNvPr id="174" name="Line"/>
            <p:cNvSpPr/>
            <p:nvPr/>
          </p:nvSpPr>
          <p:spPr>
            <a:xfrm>
              <a:off x="3171244" y="927263"/>
              <a:ext cx="2243980" cy="38945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10800"/>
                  </a:lnTo>
                  <a:lnTo>
                    <a:pt x="0" y="10800"/>
                  </a:lnTo>
                  <a:lnTo>
                    <a:pt x="0" y="21600"/>
                  </a:lnTo>
                </a:path>
              </a:pathLst>
            </a:custGeom>
            <a:noFill/>
            <a:ln w="13970" cap="flat">
              <a:solidFill>
                <a:srgbClr val="704E5C"/>
              </a:solidFill>
              <a:prstDash val="solid"/>
              <a:round/>
            </a:ln>
            <a:effectLst/>
          </p:spPr>
          <p:txBody>
            <a:bodyPr wrap="square" lIns="45719" tIns="45719" rIns="45719" bIns="45719" numCol="1" anchor="t">
              <a:noAutofit/>
            </a:bodyPr>
            <a:lstStyle/>
            <a:p>
              <a:endParaRPr/>
            </a:p>
          </p:txBody>
        </p:sp>
        <p:sp>
          <p:nvSpPr>
            <p:cNvPr id="175" name="Line"/>
            <p:cNvSpPr/>
            <p:nvPr/>
          </p:nvSpPr>
          <p:spPr>
            <a:xfrm>
              <a:off x="927264" y="927263"/>
              <a:ext cx="1" cy="389452"/>
            </a:xfrm>
            <a:prstGeom prst="line">
              <a:avLst/>
            </a:prstGeom>
            <a:noFill/>
            <a:ln w="13970" cap="flat">
              <a:solidFill>
                <a:srgbClr val="704E5C"/>
              </a:solidFill>
              <a:prstDash val="solid"/>
              <a:round/>
            </a:ln>
            <a:effectLst/>
          </p:spPr>
          <p:txBody>
            <a:bodyPr wrap="square" lIns="45719" tIns="45719" rIns="45719" bIns="45719" numCol="1" anchor="t">
              <a:noAutofit/>
            </a:bodyPr>
            <a:lstStyle/>
            <a:p>
              <a:endParaRPr/>
            </a:p>
          </p:txBody>
        </p:sp>
        <p:grpSp>
          <p:nvGrpSpPr>
            <p:cNvPr id="178" name="Group"/>
            <p:cNvGrpSpPr/>
            <p:nvPr/>
          </p:nvGrpSpPr>
          <p:grpSpPr>
            <a:xfrm>
              <a:off x="0" y="0"/>
              <a:ext cx="1854529" cy="927265"/>
              <a:chOff x="0" y="0"/>
              <a:chExt cx="1854528" cy="927264"/>
            </a:xfrm>
          </p:grpSpPr>
          <p:sp>
            <p:nvSpPr>
              <p:cNvPr id="176" name="Rectangle"/>
              <p:cNvSpPr/>
              <p:nvPr/>
            </p:nvSpPr>
            <p:spPr>
              <a:xfrm>
                <a:off x="-1" y="-1"/>
                <a:ext cx="1854530" cy="927266"/>
              </a:xfrm>
              <a:prstGeom prst="rect">
                <a:avLst/>
              </a:prstGeom>
              <a:solidFill>
                <a:schemeClr val="accent5"/>
              </a:solidFill>
              <a:ln w="12700" cap="flat">
                <a:noFill/>
                <a:miter lim="400000"/>
              </a:ln>
              <a:effectLst>
                <a:outerShdw blurRad="76200" dist="25400" dir="5400000" rotWithShape="0">
                  <a:srgbClr val="000000">
                    <a:alpha val="55000"/>
                  </a:srgbClr>
                </a:outerShdw>
              </a:effectLst>
            </p:spPr>
            <p:txBody>
              <a:bodyPr wrap="square" lIns="45719" tIns="45719" rIns="45719" bIns="45719" numCol="1" anchor="ctr">
                <a:noAutofit/>
              </a:bodyPr>
              <a:lstStyle/>
              <a:p>
                <a:pPr algn="ctr" defTabSz="1200150">
                  <a:lnSpc>
                    <a:spcPct val="90000"/>
                  </a:lnSpc>
                  <a:spcBef>
                    <a:spcPts val="700"/>
                  </a:spcBef>
                  <a:defRPr sz="2700" b="1">
                    <a:solidFill>
                      <a:srgbClr val="FFFFFF"/>
                    </a:solidFill>
                  </a:defRPr>
                </a:pPr>
                <a:endParaRPr/>
              </a:p>
            </p:txBody>
          </p:sp>
          <p:sp>
            <p:nvSpPr>
              <p:cNvPr id="177" name="DOMAIN"/>
              <p:cNvSpPr txBox="1"/>
              <p:nvPr/>
            </p:nvSpPr>
            <p:spPr>
              <a:xfrm>
                <a:off x="0" y="249637"/>
                <a:ext cx="1854529" cy="4279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7145" tIns="17145" rIns="17145" bIns="17145" numCol="1" anchor="ctr">
                <a:spAutoFit/>
              </a:bodyPr>
              <a:lstStyle>
                <a:lvl1pPr algn="ctr" defTabSz="1200150">
                  <a:lnSpc>
                    <a:spcPct val="90000"/>
                  </a:lnSpc>
                  <a:spcBef>
                    <a:spcPts val="1100"/>
                  </a:spcBef>
                  <a:defRPr sz="2700">
                    <a:solidFill>
                      <a:srgbClr val="FFFFFF"/>
                    </a:solidFill>
                    <a:latin typeface="Corbel"/>
                    <a:ea typeface="Corbel"/>
                    <a:cs typeface="Corbel"/>
                    <a:sym typeface="Corbel"/>
                  </a:defRPr>
                </a:lvl1pPr>
              </a:lstStyle>
              <a:p>
                <a:r>
                  <a:t>DOMAIN</a:t>
                </a:r>
              </a:p>
            </p:txBody>
          </p:sp>
        </p:grpSp>
        <p:grpSp>
          <p:nvGrpSpPr>
            <p:cNvPr id="181" name="Group"/>
            <p:cNvGrpSpPr/>
            <p:nvPr/>
          </p:nvGrpSpPr>
          <p:grpSpPr>
            <a:xfrm>
              <a:off x="0" y="1316714"/>
              <a:ext cx="1854529" cy="927265"/>
              <a:chOff x="0" y="0"/>
              <a:chExt cx="1854528" cy="927264"/>
            </a:xfrm>
          </p:grpSpPr>
          <p:sp>
            <p:nvSpPr>
              <p:cNvPr id="179" name="Rectangle"/>
              <p:cNvSpPr/>
              <p:nvPr/>
            </p:nvSpPr>
            <p:spPr>
              <a:xfrm>
                <a:off x="-1" y="-1"/>
                <a:ext cx="1854530" cy="927266"/>
              </a:xfrm>
              <a:prstGeom prst="rect">
                <a:avLst/>
              </a:prstGeom>
              <a:solidFill>
                <a:schemeClr val="accent5"/>
              </a:solidFill>
              <a:ln w="12700" cap="flat">
                <a:noFill/>
                <a:miter lim="400000"/>
              </a:ln>
              <a:effectLst>
                <a:outerShdw blurRad="76200" dist="25400" dir="5400000" rotWithShape="0">
                  <a:srgbClr val="000000">
                    <a:alpha val="55000"/>
                  </a:srgbClr>
                </a:outerShdw>
              </a:effectLst>
            </p:spPr>
            <p:txBody>
              <a:bodyPr wrap="square" lIns="45719" tIns="45719" rIns="45719" bIns="45719" numCol="1" anchor="ctr">
                <a:noAutofit/>
              </a:bodyPr>
              <a:lstStyle/>
              <a:p>
                <a:pPr algn="ctr" defTabSz="1200150">
                  <a:lnSpc>
                    <a:spcPct val="90000"/>
                  </a:lnSpc>
                  <a:spcBef>
                    <a:spcPts val="700"/>
                  </a:spcBef>
                  <a:defRPr>
                    <a:solidFill>
                      <a:srgbClr val="FFFFFF"/>
                    </a:solidFill>
                  </a:defRPr>
                </a:pPr>
                <a:endParaRPr/>
              </a:p>
            </p:txBody>
          </p:sp>
          <p:sp>
            <p:nvSpPr>
              <p:cNvPr id="180" name="PYTHON"/>
              <p:cNvSpPr txBox="1"/>
              <p:nvPr/>
            </p:nvSpPr>
            <p:spPr>
              <a:xfrm>
                <a:off x="0" y="255987"/>
                <a:ext cx="1854529" cy="4152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7145" tIns="17145" rIns="17145" bIns="17145" numCol="1" anchor="ctr">
                <a:spAutoFit/>
              </a:bodyPr>
              <a:lstStyle>
                <a:lvl1pPr algn="ctr" defTabSz="1200150">
                  <a:lnSpc>
                    <a:spcPct val="90000"/>
                  </a:lnSpc>
                  <a:spcBef>
                    <a:spcPts val="1100"/>
                  </a:spcBef>
                  <a:defRPr sz="2700">
                    <a:solidFill>
                      <a:srgbClr val="FFFFFF"/>
                    </a:solidFill>
                    <a:latin typeface="Corbel"/>
                    <a:ea typeface="Corbel"/>
                    <a:cs typeface="Corbel"/>
                    <a:sym typeface="Corbel"/>
                  </a:defRPr>
                </a:lvl1pPr>
              </a:lstStyle>
              <a:p>
                <a:r>
                  <a:t>PYTHON</a:t>
                </a:r>
              </a:p>
            </p:txBody>
          </p:sp>
        </p:grpSp>
        <p:grpSp>
          <p:nvGrpSpPr>
            <p:cNvPr id="184" name="Group"/>
            <p:cNvGrpSpPr/>
            <p:nvPr/>
          </p:nvGrpSpPr>
          <p:grpSpPr>
            <a:xfrm>
              <a:off x="4487958" y="0"/>
              <a:ext cx="1854530" cy="927265"/>
              <a:chOff x="0" y="0"/>
              <a:chExt cx="1854528" cy="927264"/>
            </a:xfrm>
          </p:grpSpPr>
          <p:sp>
            <p:nvSpPr>
              <p:cNvPr id="182" name="Rectangle"/>
              <p:cNvSpPr/>
              <p:nvPr/>
            </p:nvSpPr>
            <p:spPr>
              <a:xfrm>
                <a:off x="-1" y="-1"/>
                <a:ext cx="1854530" cy="927266"/>
              </a:xfrm>
              <a:prstGeom prst="rect">
                <a:avLst/>
              </a:prstGeom>
              <a:solidFill>
                <a:schemeClr val="accent5"/>
              </a:solidFill>
              <a:ln w="12700" cap="flat">
                <a:noFill/>
                <a:miter lim="400000"/>
              </a:ln>
              <a:effectLst>
                <a:outerShdw blurRad="76200" dist="25400" dir="5400000" rotWithShape="0">
                  <a:srgbClr val="000000">
                    <a:alpha val="55000"/>
                  </a:srgbClr>
                </a:outerShdw>
              </a:effectLst>
            </p:spPr>
            <p:txBody>
              <a:bodyPr wrap="square" lIns="45719" tIns="45719" rIns="45719" bIns="45719" numCol="1" anchor="ctr">
                <a:noAutofit/>
              </a:bodyPr>
              <a:lstStyle/>
              <a:p>
                <a:pPr algn="ctr" defTabSz="1200150">
                  <a:lnSpc>
                    <a:spcPct val="90000"/>
                  </a:lnSpc>
                  <a:spcBef>
                    <a:spcPts val="700"/>
                  </a:spcBef>
                  <a:defRPr b="1">
                    <a:solidFill>
                      <a:srgbClr val="FFFFFF"/>
                    </a:solidFill>
                  </a:defRPr>
                </a:pPr>
                <a:endParaRPr/>
              </a:p>
            </p:txBody>
          </p:sp>
          <p:sp>
            <p:nvSpPr>
              <p:cNvPr id="183" name="COMPILER OPTION"/>
              <p:cNvSpPr txBox="1"/>
              <p:nvPr/>
            </p:nvSpPr>
            <p:spPr>
              <a:xfrm>
                <a:off x="0" y="72472"/>
                <a:ext cx="1854529" cy="78232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7145" tIns="17145" rIns="17145" bIns="17145" numCol="1" anchor="ctr">
                <a:spAutoFit/>
              </a:bodyPr>
              <a:lstStyle>
                <a:lvl1pPr algn="ctr" defTabSz="1200150">
                  <a:lnSpc>
                    <a:spcPct val="90000"/>
                  </a:lnSpc>
                  <a:spcBef>
                    <a:spcPts val="1100"/>
                  </a:spcBef>
                  <a:defRPr sz="2700">
                    <a:solidFill>
                      <a:srgbClr val="FFFFFF"/>
                    </a:solidFill>
                    <a:latin typeface="Corbel"/>
                    <a:ea typeface="Corbel"/>
                    <a:cs typeface="Corbel"/>
                    <a:sym typeface="Corbel"/>
                  </a:defRPr>
                </a:lvl1pPr>
              </a:lstStyle>
              <a:p>
                <a:r>
                  <a:t>COMPILER OPTION</a:t>
                </a:r>
              </a:p>
            </p:txBody>
          </p:sp>
        </p:grpSp>
        <p:grpSp>
          <p:nvGrpSpPr>
            <p:cNvPr id="187" name="Group"/>
            <p:cNvGrpSpPr/>
            <p:nvPr/>
          </p:nvGrpSpPr>
          <p:grpSpPr>
            <a:xfrm>
              <a:off x="2243978" y="1316714"/>
              <a:ext cx="1854529" cy="927265"/>
              <a:chOff x="0" y="0"/>
              <a:chExt cx="1854528" cy="927264"/>
            </a:xfrm>
          </p:grpSpPr>
          <p:sp>
            <p:nvSpPr>
              <p:cNvPr id="185" name="Rectangle"/>
              <p:cNvSpPr/>
              <p:nvPr/>
            </p:nvSpPr>
            <p:spPr>
              <a:xfrm>
                <a:off x="-1" y="-1"/>
                <a:ext cx="1854530" cy="927266"/>
              </a:xfrm>
              <a:prstGeom prst="rect">
                <a:avLst/>
              </a:prstGeom>
              <a:solidFill>
                <a:schemeClr val="accent5"/>
              </a:solidFill>
              <a:ln w="12700" cap="flat">
                <a:noFill/>
                <a:miter lim="400000"/>
              </a:ln>
              <a:effectLst>
                <a:outerShdw blurRad="76200" dist="25400" dir="5400000" rotWithShape="0">
                  <a:srgbClr val="000000">
                    <a:alpha val="55000"/>
                  </a:srgbClr>
                </a:outerShdw>
              </a:effectLst>
            </p:spPr>
            <p:txBody>
              <a:bodyPr wrap="square" lIns="45719" tIns="45719" rIns="45719" bIns="45719" numCol="1" anchor="ctr">
                <a:noAutofit/>
              </a:bodyPr>
              <a:lstStyle/>
              <a:p>
                <a:pPr algn="ctr" defTabSz="1200150">
                  <a:lnSpc>
                    <a:spcPct val="90000"/>
                  </a:lnSpc>
                  <a:spcBef>
                    <a:spcPts val="700"/>
                  </a:spcBef>
                  <a:defRPr>
                    <a:solidFill>
                      <a:srgbClr val="FFFFFF"/>
                    </a:solidFill>
                  </a:defRPr>
                </a:pPr>
                <a:endParaRPr/>
              </a:p>
            </p:txBody>
          </p:sp>
          <p:sp>
            <p:nvSpPr>
              <p:cNvPr id="186" name="JUPYTER NOTEBOOK"/>
              <p:cNvSpPr txBox="1"/>
              <p:nvPr/>
            </p:nvSpPr>
            <p:spPr>
              <a:xfrm>
                <a:off x="0" y="84537"/>
                <a:ext cx="1854529" cy="7581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7145" tIns="17145" rIns="17145" bIns="17145" numCol="1" anchor="ctr">
                <a:spAutoFit/>
              </a:bodyPr>
              <a:lstStyle>
                <a:lvl1pPr algn="ctr" defTabSz="1200150">
                  <a:lnSpc>
                    <a:spcPct val="90000"/>
                  </a:lnSpc>
                  <a:spcBef>
                    <a:spcPts val="1100"/>
                  </a:spcBef>
                  <a:defRPr sz="2700">
                    <a:solidFill>
                      <a:srgbClr val="FFFFFF"/>
                    </a:solidFill>
                    <a:latin typeface="Corbel"/>
                    <a:ea typeface="Corbel"/>
                    <a:cs typeface="Corbel"/>
                    <a:sym typeface="Corbel"/>
                  </a:defRPr>
                </a:lvl1pPr>
              </a:lstStyle>
              <a:p>
                <a:r>
                  <a:t>JUPYTER NOTEBOOK</a:t>
                </a:r>
              </a:p>
            </p:txBody>
          </p:sp>
        </p:grpSp>
        <p:grpSp>
          <p:nvGrpSpPr>
            <p:cNvPr id="190" name="Group"/>
            <p:cNvGrpSpPr/>
            <p:nvPr/>
          </p:nvGrpSpPr>
          <p:grpSpPr>
            <a:xfrm>
              <a:off x="4487958" y="1316714"/>
              <a:ext cx="1854530" cy="927265"/>
              <a:chOff x="0" y="0"/>
              <a:chExt cx="1854528" cy="927264"/>
            </a:xfrm>
          </p:grpSpPr>
          <p:sp>
            <p:nvSpPr>
              <p:cNvPr id="188" name="Rectangle"/>
              <p:cNvSpPr/>
              <p:nvPr/>
            </p:nvSpPr>
            <p:spPr>
              <a:xfrm>
                <a:off x="-1" y="-1"/>
                <a:ext cx="1854530" cy="927266"/>
              </a:xfrm>
              <a:prstGeom prst="rect">
                <a:avLst/>
              </a:prstGeom>
              <a:solidFill>
                <a:schemeClr val="accent5"/>
              </a:solidFill>
              <a:ln w="12700" cap="flat">
                <a:noFill/>
                <a:miter lim="400000"/>
              </a:ln>
              <a:effectLst>
                <a:outerShdw blurRad="76200" dist="25400" dir="5400000" rotWithShape="0">
                  <a:srgbClr val="000000">
                    <a:alpha val="55000"/>
                  </a:srgbClr>
                </a:outerShdw>
              </a:effectLst>
            </p:spPr>
            <p:txBody>
              <a:bodyPr wrap="square" lIns="45719" tIns="45719" rIns="45719" bIns="45719" numCol="1" anchor="ctr">
                <a:noAutofit/>
              </a:bodyPr>
              <a:lstStyle/>
              <a:p>
                <a:pPr algn="ctr" defTabSz="1200150">
                  <a:lnSpc>
                    <a:spcPct val="90000"/>
                  </a:lnSpc>
                  <a:spcBef>
                    <a:spcPts val="700"/>
                  </a:spcBef>
                  <a:defRPr>
                    <a:solidFill>
                      <a:srgbClr val="FFFFFF"/>
                    </a:solidFill>
                  </a:defRPr>
                </a:pPr>
                <a:endParaRPr/>
              </a:p>
            </p:txBody>
          </p:sp>
          <p:sp>
            <p:nvSpPr>
              <p:cNvPr id="189" name="GOOGLE COLLAB"/>
              <p:cNvSpPr txBox="1"/>
              <p:nvPr/>
            </p:nvSpPr>
            <p:spPr>
              <a:xfrm>
                <a:off x="0" y="84537"/>
                <a:ext cx="1854529" cy="7581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7145" tIns="17145" rIns="17145" bIns="17145" numCol="1" anchor="ctr">
                <a:spAutoFit/>
              </a:bodyPr>
              <a:lstStyle>
                <a:lvl1pPr algn="ctr" defTabSz="1200150">
                  <a:lnSpc>
                    <a:spcPct val="90000"/>
                  </a:lnSpc>
                  <a:spcBef>
                    <a:spcPts val="1100"/>
                  </a:spcBef>
                  <a:defRPr sz="2700">
                    <a:solidFill>
                      <a:srgbClr val="FFFFFF"/>
                    </a:solidFill>
                    <a:latin typeface="Corbel"/>
                    <a:ea typeface="Corbel"/>
                    <a:cs typeface="Corbel"/>
                    <a:sym typeface="Corbel"/>
                  </a:defRPr>
                </a:lvl1pPr>
              </a:lstStyle>
              <a:p>
                <a:r>
                  <a:t>GOOGLE COLLAB</a:t>
                </a:r>
              </a:p>
            </p:txBody>
          </p:sp>
        </p:grpSp>
        <p:grpSp>
          <p:nvGrpSpPr>
            <p:cNvPr id="193" name="Group"/>
            <p:cNvGrpSpPr/>
            <p:nvPr/>
          </p:nvGrpSpPr>
          <p:grpSpPr>
            <a:xfrm>
              <a:off x="6731938" y="1316714"/>
              <a:ext cx="1854529" cy="927265"/>
              <a:chOff x="0" y="0"/>
              <a:chExt cx="1854528" cy="927264"/>
            </a:xfrm>
          </p:grpSpPr>
          <p:sp>
            <p:nvSpPr>
              <p:cNvPr id="191" name="Rectangle"/>
              <p:cNvSpPr/>
              <p:nvPr/>
            </p:nvSpPr>
            <p:spPr>
              <a:xfrm>
                <a:off x="-1" y="-1"/>
                <a:ext cx="1854530" cy="927266"/>
              </a:xfrm>
              <a:prstGeom prst="rect">
                <a:avLst/>
              </a:prstGeom>
              <a:solidFill>
                <a:schemeClr val="accent5"/>
              </a:solidFill>
              <a:ln w="12700" cap="flat">
                <a:noFill/>
                <a:miter lim="400000"/>
              </a:ln>
              <a:effectLst>
                <a:outerShdw blurRad="76200" dist="25400" dir="5400000" rotWithShape="0">
                  <a:srgbClr val="000000">
                    <a:alpha val="55000"/>
                  </a:srgbClr>
                </a:outerShdw>
              </a:effectLst>
            </p:spPr>
            <p:txBody>
              <a:bodyPr wrap="square" lIns="45719" tIns="45719" rIns="45719" bIns="45719" numCol="1" anchor="ctr">
                <a:noAutofit/>
              </a:bodyPr>
              <a:lstStyle/>
              <a:p>
                <a:pPr algn="ctr" defTabSz="1200150">
                  <a:lnSpc>
                    <a:spcPct val="90000"/>
                  </a:lnSpc>
                  <a:spcBef>
                    <a:spcPts val="700"/>
                  </a:spcBef>
                  <a:defRPr>
                    <a:solidFill>
                      <a:srgbClr val="FFFFFF"/>
                    </a:solidFill>
                  </a:defRPr>
                </a:pPr>
                <a:endParaRPr/>
              </a:p>
            </p:txBody>
          </p:sp>
          <p:sp>
            <p:nvSpPr>
              <p:cNvPr id="192" name="TERMINAL"/>
              <p:cNvSpPr txBox="1"/>
              <p:nvPr/>
            </p:nvSpPr>
            <p:spPr>
              <a:xfrm>
                <a:off x="0" y="255987"/>
                <a:ext cx="1854529" cy="4152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7145" tIns="17145" rIns="17145" bIns="17145" numCol="1" anchor="ctr">
                <a:spAutoFit/>
              </a:bodyPr>
              <a:lstStyle>
                <a:lvl1pPr algn="ctr" defTabSz="1200150">
                  <a:lnSpc>
                    <a:spcPct val="90000"/>
                  </a:lnSpc>
                  <a:spcBef>
                    <a:spcPts val="1100"/>
                  </a:spcBef>
                  <a:defRPr sz="2700">
                    <a:solidFill>
                      <a:srgbClr val="FFFFFF"/>
                    </a:solidFill>
                    <a:latin typeface="Corbel"/>
                    <a:ea typeface="Corbel"/>
                    <a:cs typeface="Corbel"/>
                    <a:sym typeface="Corbel"/>
                  </a:defRPr>
                </a:lvl1pPr>
              </a:lstStyle>
              <a:p>
                <a:r>
                  <a:t>TERMINAL</a:t>
                </a:r>
              </a:p>
            </p:txBody>
          </p:sp>
        </p:grpSp>
      </p:gr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TextBox 1"/>
          <p:cNvSpPr txBox="1"/>
          <p:nvPr/>
        </p:nvSpPr>
        <p:spPr>
          <a:xfrm>
            <a:off x="1451365" y="-75482"/>
            <a:ext cx="9601201" cy="1325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b">
            <a:normAutofit/>
          </a:bodyPr>
          <a:lstStyle>
            <a:lvl1pPr>
              <a:lnSpc>
                <a:spcPct val="90000"/>
              </a:lnSpc>
              <a:spcBef>
                <a:spcPts val="600"/>
              </a:spcBef>
              <a:defRPr sz="4400" b="1" spc="-100"/>
            </a:lvl1pPr>
          </a:lstStyle>
          <a:p>
            <a:r>
              <a:t>LIBRARIES</a:t>
            </a:r>
          </a:p>
        </p:txBody>
      </p:sp>
      <p:grpSp>
        <p:nvGrpSpPr>
          <p:cNvPr id="217" name="TextBox 4"/>
          <p:cNvGrpSpPr/>
          <p:nvPr/>
        </p:nvGrpSpPr>
        <p:grpSpPr>
          <a:xfrm>
            <a:off x="1247685" y="1785537"/>
            <a:ext cx="9225768" cy="4206600"/>
            <a:chOff x="0" y="0"/>
            <a:chExt cx="9225767" cy="4206599"/>
          </a:xfrm>
        </p:grpSpPr>
        <p:sp>
          <p:nvSpPr>
            <p:cNvPr id="197" name="Rectangle"/>
            <p:cNvSpPr/>
            <p:nvPr/>
          </p:nvSpPr>
          <p:spPr>
            <a:xfrm>
              <a:off x="0" y="280439"/>
              <a:ext cx="9225768" cy="478801"/>
            </a:xfrm>
            <a:prstGeom prst="rect">
              <a:avLst/>
            </a:prstGeom>
            <a:solidFill>
              <a:srgbClr val="FFFFFF">
                <a:alpha val="90000"/>
              </a:srgbClr>
            </a:solidFill>
            <a:ln w="13970" cap="flat">
              <a:solidFill>
                <a:schemeClr val="accent1"/>
              </a:solidFill>
              <a:prstDash val="solid"/>
              <a:round/>
            </a:ln>
            <a:effectLst/>
          </p:spPr>
          <p:txBody>
            <a:bodyPr wrap="square" lIns="45719" tIns="45719" rIns="45719" bIns="45719" numCol="1" anchor="t">
              <a:noAutofit/>
            </a:bodyPr>
            <a:lstStyle/>
            <a:p>
              <a:endParaRPr/>
            </a:p>
          </p:txBody>
        </p:sp>
        <p:grpSp>
          <p:nvGrpSpPr>
            <p:cNvPr id="200" name="Group"/>
            <p:cNvGrpSpPr/>
            <p:nvPr/>
          </p:nvGrpSpPr>
          <p:grpSpPr>
            <a:xfrm>
              <a:off x="461288" y="0"/>
              <a:ext cx="6458037" cy="560881"/>
              <a:chOff x="0" y="0"/>
              <a:chExt cx="6458036" cy="560880"/>
            </a:xfrm>
          </p:grpSpPr>
          <p:sp>
            <p:nvSpPr>
              <p:cNvPr id="198" name="Rounded Rectangle"/>
              <p:cNvSpPr/>
              <p:nvPr/>
            </p:nvSpPr>
            <p:spPr>
              <a:xfrm>
                <a:off x="0" y="0"/>
                <a:ext cx="6458037" cy="560881"/>
              </a:xfrm>
              <a:prstGeom prst="roundRect">
                <a:avLst>
                  <a:gd name="adj" fmla="val 16667"/>
                </a:avLst>
              </a:prstGeom>
              <a:solidFill>
                <a:schemeClr val="accent1"/>
              </a:solidFill>
              <a:ln w="17145" cap="flat">
                <a:solidFill>
                  <a:srgbClr val="FFFFFF"/>
                </a:solidFill>
                <a:prstDash val="solid"/>
                <a:round/>
              </a:ln>
              <a:effectLst/>
            </p:spPr>
            <p:txBody>
              <a:bodyPr wrap="square" lIns="45719" tIns="45719" rIns="45719" bIns="45719" numCol="1" anchor="ctr">
                <a:noAutofit/>
              </a:bodyPr>
              <a:lstStyle/>
              <a:p>
                <a:pPr defTabSz="844550">
                  <a:lnSpc>
                    <a:spcPct val="90000"/>
                  </a:lnSpc>
                  <a:spcBef>
                    <a:spcPts val="700"/>
                  </a:spcBef>
                  <a:defRPr sz="1900">
                    <a:solidFill>
                      <a:srgbClr val="FFFFFF"/>
                    </a:solidFill>
                  </a:defRPr>
                </a:pPr>
                <a:endParaRPr/>
              </a:p>
            </p:txBody>
          </p:sp>
          <p:sp>
            <p:nvSpPr>
              <p:cNvPr id="199" name="PANDAS"/>
              <p:cNvSpPr txBox="1"/>
              <p:nvPr/>
            </p:nvSpPr>
            <p:spPr>
              <a:xfrm>
                <a:off x="271478" y="134389"/>
                <a:ext cx="5915081" cy="2921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defTabSz="844550">
                  <a:lnSpc>
                    <a:spcPct val="90000"/>
                  </a:lnSpc>
                  <a:spcBef>
                    <a:spcPts val="700"/>
                  </a:spcBef>
                  <a:defRPr sz="1900" b="1">
                    <a:solidFill>
                      <a:srgbClr val="FFFFFF"/>
                    </a:solidFill>
                  </a:defRPr>
                </a:lvl1pPr>
              </a:lstStyle>
              <a:p>
                <a:r>
                  <a:t>PANDAS</a:t>
                </a:r>
              </a:p>
            </p:txBody>
          </p:sp>
        </p:grpSp>
        <p:sp>
          <p:nvSpPr>
            <p:cNvPr id="201" name="Rectangle"/>
            <p:cNvSpPr/>
            <p:nvPr/>
          </p:nvSpPr>
          <p:spPr>
            <a:xfrm>
              <a:off x="0" y="1142279"/>
              <a:ext cx="9225768" cy="478801"/>
            </a:xfrm>
            <a:prstGeom prst="rect">
              <a:avLst/>
            </a:prstGeom>
            <a:solidFill>
              <a:srgbClr val="FFFFFF">
                <a:alpha val="90000"/>
              </a:srgbClr>
            </a:solidFill>
            <a:ln w="13970" cap="flat">
              <a:solidFill>
                <a:schemeClr val="accent1"/>
              </a:solidFill>
              <a:prstDash val="solid"/>
              <a:round/>
            </a:ln>
            <a:effectLst/>
          </p:spPr>
          <p:txBody>
            <a:bodyPr wrap="square" lIns="45719" tIns="45719" rIns="45719" bIns="45719" numCol="1" anchor="t">
              <a:noAutofit/>
            </a:bodyPr>
            <a:lstStyle/>
            <a:p>
              <a:endParaRPr/>
            </a:p>
          </p:txBody>
        </p:sp>
        <p:grpSp>
          <p:nvGrpSpPr>
            <p:cNvPr id="204" name="Group"/>
            <p:cNvGrpSpPr/>
            <p:nvPr/>
          </p:nvGrpSpPr>
          <p:grpSpPr>
            <a:xfrm>
              <a:off x="461288" y="861839"/>
              <a:ext cx="6458037" cy="560881"/>
              <a:chOff x="0" y="0"/>
              <a:chExt cx="6458036" cy="560880"/>
            </a:xfrm>
          </p:grpSpPr>
          <p:sp>
            <p:nvSpPr>
              <p:cNvPr id="202" name="Rounded Rectangle"/>
              <p:cNvSpPr/>
              <p:nvPr/>
            </p:nvSpPr>
            <p:spPr>
              <a:xfrm>
                <a:off x="0" y="0"/>
                <a:ext cx="6458037" cy="560881"/>
              </a:xfrm>
              <a:prstGeom prst="roundRect">
                <a:avLst>
                  <a:gd name="adj" fmla="val 16667"/>
                </a:avLst>
              </a:prstGeom>
              <a:solidFill>
                <a:schemeClr val="accent1"/>
              </a:solidFill>
              <a:ln w="17145" cap="flat">
                <a:solidFill>
                  <a:srgbClr val="FFFFFF"/>
                </a:solidFill>
                <a:prstDash val="solid"/>
                <a:round/>
              </a:ln>
              <a:effectLst/>
            </p:spPr>
            <p:txBody>
              <a:bodyPr wrap="square" lIns="45719" tIns="45719" rIns="45719" bIns="45719" numCol="1" anchor="ctr">
                <a:noAutofit/>
              </a:bodyPr>
              <a:lstStyle/>
              <a:p>
                <a:pPr defTabSz="844550">
                  <a:lnSpc>
                    <a:spcPct val="90000"/>
                  </a:lnSpc>
                  <a:spcBef>
                    <a:spcPts val="700"/>
                  </a:spcBef>
                  <a:defRPr sz="1900">
                    <a:solidFill>
                      <a:srgbClr val="FFFFFF"/>
                    </a:solidFill>
                  </a:defRPr>
                </a:pPr>
                <a:endParaRPr/>
              </a:p>
            </p:txBody>
          </p:sp>
          <p:sp>
            <p:nvSpPr>
              <p:cNvPr id="203" name="NUMPY"/>
              <p:cNvSpPr txBox="1"/>
              <p:nvPr/>
            </p:nvSpPr>
            <p:spPr>
              <a:xfrm>
                <a:off x="271478" y="134390"/>
                <a:ext cx="5915081" cy="2921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defTabSz="844550">
                  <a:lnSpc>
                    <a:spcPct val="90000"/>
                  </a:lnSpc>
                  <a:spcBef>
                    <a:spcPts val="700"/>
                  </a:spcBef>
                  <a:defRPr sz="1900" b="1">
                    <a:solidFill>
                      <a:srgbClr val="FFFFFF"/>
                    </a:solidFill>
                  </a:defRPr>
                </a:lvl1pPr>
              </a:lstStyle>
              <a:p>
                <a:r>
                  <a:t>NUMPY</a:t>
                </a:r>
              </a:p>
            </p:txBody>
          </p:sp>
        </p:grpSp>
        <p:sp>
          <p:nvSpPr>
            <p:cNvPr id="205" name="Rectangle"/>
            <p:cNvSpPr/>
            <p:nvPr/>
          </p:nvSpPr>
          <p:spPr>
            <a:xfrm>
              <a:off x="0" y="2004119"/>
              <a:ext cx="9225768" cy="478801"/>
            </a:xfrm>
            <a:prstGeom prst="rect">
              <a:avLst/>
            </a:prstGeom>
            <a:solidFill>
              <a:srgbClr val="FFFFFF">
                <a:alpha val="90000"/>
              </a:srgbClr>
            </a:solidFill>
            <a:ln w="13970" cap="flat">
              <a:solidFill>
                <a:schemeClr val="accent1"/>
              </a:solidFill>
              <a:prstDash val="solid"/>
              <a:round/>
            </a:ln>
            <a:effectLst/>
          </p:spPr>
          <p:txBody>
            <a:bodyPr wrap="square" lIns="45719" tIns="45719" rIns="45719" bIns="45719" numCol="1" anchor="t">
              <a:noAutofit/>
            </a:bodyPr>
            <a:lstStyle/>
            <a:p>
              <a:endParaRPr/>
            </a:p>
          </p:txBody>
        </p:sp>
        <p:grpSp>
          <p:nvGrpSpPr>
            <p:cNvPr id="208" name="Group"/>
            <p:cNvGrpSpPr/>
            <p:nvPr/>
          </p:nvGrpSpPr>
          <p:grpSpPr>
            <a:xfrm>
              <a:off x="461288" y="1723680"/>
              <a:ext cx="6458037" cy="560881"/>
              <a:chOff x="0" y="0"/>
              <a:chExt cx="6458036" cy="560880"/>
            </a:xfrm>
          </p:grpSpPr>
          <p:sp>
            <p:nvSpPr>
              <p:cNvPr id="206" name="Rounded Rectangle"/>
              <p:cNvSpPr/>
              <p:nvPr/>
            </p:nvSpPr>
            <p:spPr>
              <a:xfrm>
                <a:off x="0" y="0"/>
                <a:ext cx="6458037" cy="560881"/>
              </a:xfrm>
              <a:prstGeom prst="roundRect">
                <a:avLst>
                  <a:gd name="adj" fmla="val 16667"/>
                </a:avLst>
              </a:prstGeom>
              <a:solidFill>
                <a:schemeClr val="accent1"/>
              </a:solidFill>
              <a:ln w="17145" cap="flat">
                <a:solidFill>
                  <a:srgbClr val="FFFFFF"/>
                </a:solidFill>
                <a:prstDash val="solid"/>
                <a:round/>
              </a:ln>
              <a:effectLst/>
            </p:spPr>
            <p:txBody>
              <a:bodyPr wrap="square" lIns="45719" tIns="45719" rIns="45719" bIns="45719" numCol="1" anchor="ctr">
                <a:noAutofit/>
              </a:bodyPr>
              <a:lstStyle/>
              <a:p>
                <a:pPr defTabSz="844550">
                  <a:lnSpc>
                    <a:spcPct val="90000"/>
                  </a:lnSpc>
                  <a:spcBef>
                    <a:spcPts val="700"/>
                  </a:spcBef>
                  <a:defRPr sz="1900">
                    <a:solidFill>
                      <a:srgbClr val="FFFFFF"/>
                    </a:solidFill>
                  </a:defRPr>
                </a:pPr>
                <a:endParaRPr/>
              </a:p>
            </p:txBody>
          </p:sp>
          <p:sp>
            <p:nvSpPr>
              <p:cNvPr id="207" name="MATPLOTLIB"/>
              <p:cNvSpPr txBox="1"/>
              <p:nvPr/>
            </p:nvSpPr>
            <p:spPr>
              <a:xfrm>
                <a:off x="271478" y="134389"/>
                <a:ext cx="5915081" cy="2921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defTabSz="844550">
                  <a:lnSpc>
                    <a:spcPct val="90000"/>
                  </a:lnSpc>
                  <a:spcBef>
                    <a:spcPts val="700"/>
                  </a:spcBef>
                  <a:defRPr sz="1900" b="1">
                    <a:solidFill>
                      <a:srgbClr val="FFFFFF"/>
                    </a:solidFill>
                  </a:defRPr>
                </a:lvl1pPr>
              </a:lstStyle>
              <a:p>
                <a:r>
                  <a:t>MATPLOTLIB</a:t>
                </a:r>
              </a:p>
            </p:txBody>
          </p:sp>
        </p:grpSp>
        <p:sp>
          <p:nvSpPr>
            <p:cNvPr id="209" name="Rectangle"/>
            <p:cNvSpPr/>
            <p:nvPr/>
          </p:nvSpPr>
          <p:spPr>
            <a:xfrm>
              <a:off x="0" y="2865959"/>
              <a:ext cx="9225768" cy="478801"/>
            </a:xfrm>
            <a:prstGeom prst="rect">
              <a:avLst/>
            </a:prstGeom>
            <a:solidFill>
              <a:srgbClr val="FFFFFF">
                <a:alpha val="90000"/>
              </a:srgbClr>
            </a:solidFill>
            <a:ln w="13970" cap="flat">
              <a:solidFill>
                <a:schemeClr val="accent1"/>
              </a:solidFill>
              <a:prstDash val="solid"/>
              <a:round/>
            </a:ln>
            <a:effectLst/>
          </p:spPr>
          <p:txBody>
            <a:bodyPr wrap="square" lIns="45719" tIns="45719" rIns="45719" bIns="45719" numCol="1" anchor="t">
              <a:noAutofit/>
            </a:bodyPr>
            <a:lstStyle/>
            <a:p>
              <a:endParaRPr/>
            </a:p>
          </p:txBody>
        </p:sp>
        <p:grpSp>
          <p:nvGrpSpPr>
            <p:cNvPr id="212" name="Group"/>
            <p:cNvGrpSpPr/>
            <p:nvPr/>
          </p:nvGrpSpPr>
          <p:grpSpPr>
            <a:xfrm>
              <a:off x="461288" y="2585519"/>
              <a:ext cx="6458037" cy="560881"/>
              <a:chOff x="0" y="0"/>
              <a:chExt cx="6458036" cy="560880"/>
            </a:xfrm>
          </p:grpSpPr>
          <p:sp>
            <p:nvSpPr>
              <p:cNvPr id="210" name="Rounded Rectangle"/>
              <p:cNvSpPr/>
              <p:nvPr/>
            </p:nvSpPr>
            <p:spPr>
              <a:xfrm>
                <a:off x="0" y="0"/>
                <a:ext cx="6458037" cy="560881"/>
              </a:xfrm>
              <a:prstGeom prst="roundRect">
                <a:avLst>
                  <a:gd name="adj" fmla="val 16667"/>
                </a:avLst>
              </a:prstGeom>
              <a:solidFill>
                <a:schemeClr val="accent1"/>
              </a:solidFill>
              <a:ln w="17145" cap="flat">
                <a:solidFill>
                  <a:srgbClr val="FFFFFF"/>
                </a:solidFill>
                <a:prstDash val="solid"/>
                <a:round/>
              </a:ln>
              <a:effectLst/>
            </p:spPr>
            <p:txBody>
              <a:bodyPr wrap="square" lIns="45719" tIns="45719" rIns="45719" bIns="45719" numCol="1" anchor="ctr">
                <a:noAutofit/>
              </a:bodyPr>
              <a:lstStyle/>
              <a:p>
                <a:pPr defTabSz="844550">
                  <a:lnSpc>
                    <a:spcPct val="90000"/>
                  </a:lnSpc>
                  <a:spcBef>
                    <a:spcPts val="700"/>
                  </a:spcBef>
                  <a:defRPr sz="1900">
                    <a:solidFill>
                      <a:srgbClr val="FFFFFF"/>
                    </a:solidFill>
                  </a:defRPr>
                </a:pPr>
                <a:endParaRPr/>
              </a:p>
            </p:txBody>
          </p:sp>
          <p:sp>
            <p:nvSpPr>
              <p:cNvPr id="211" name="SKLEARN"/>
              <p:cNvSpPr txBox="1"/>
              <p:nvPr/>
            </p:nvSpPr>
            <p:spPr>
              <a:xfrm>
                <a:off x="271478" y="134390"/>
                <a:ext cx="5915081" cy="2921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defTabSz="844550">
                  <a:lnSpc>
                    <a:spcPct val="90000"/>
                  </a:lnSpc>
                  <a:spcBef>
                    <a:spcPts val="700"/>
                  </a:spcBef>
                  <a:defRPr sz="1900" b="1">
                    <a:solidFill>
                      <a:srgbClr val="FFFFFF"/>
                    </a:solidFill>
                  </a:defRPr>
                </a:lvl1pPr>
              </a:lstStyle>
              <a:p>
                <a:r>
                  <a:t>SKLEARN</a:t>
                </a:r>
              </a:p>
            </p:txBody>
          </p:sp>
        </p:grpSp>
        <p:sp>
          <p:nvSpPr>
            <p:cNvPr id="213" name="Rectangle"/>
            <p:cNvSpPr/>
            <p:nvPr/>
          </p:nvSpPr>
          <p:spPr>
            <a:xfrm>
              <a:off x="0" y="3727799"/>
              <a:ext cx="9225768" cy="478801"/>
            </a:xfrm>
            <a:prstGeom prst="rect">
              <a:avLst/>
            </a:prstGeom>
            <a:solidFill>
              <a:srgbClr val="FFFFFF">
                <a:alpha val="90000"/>
              </a:srgbClr>
            </a:solidFill>
            <a:ln w="13970" cap="flat">
              <a:solidFill>
                <a:schemeClr val="accent1"/>
              </a:solidFill>
              <a:prstDash val="solid"/>
              <a:round/>
            </a:ln>
            <a:effectLst/>
          </p:spPr>
          <p:txBody>
            <a:bodyPr wrap="square" lIns="45719" tIns="45719" rIns="45719" bIns="45719" numCol="1" anchor="t">
              <a:noAutofit/>
            </a:bodyPr>
            <a:lstStyle/>
            <a:p>
              <a:endParaRPr/>
            </a:p>
          </p:txBody>
        </p:sp>
        <p:grpSp>
          <p:nvGrpSpPr>
            <p:cNvPr id="216" name="Group"/>
            <p:cNvGrpSpPr/>
            <p:nvPr/>
          </p:nvGrpSpPr>
          <p:grpSpPr>
            <a:xfrm>
              <a:off x="461288" y="3447360"/>
              <a:ext cx="6458037" cy="560881"/>
              <a:chOff x="0" y="0"/>
              <a:chExt cx="6458036" cy="560880"/>
            </a:xfrm>
          </p:grpSpPr>
          <p:sp>
            <p:nvSpPr>
              <p:cNvPr id="214" name="Rounded Rectangle"/>
              <p:cNvSpPr/>
              <p:nvPr/>
            </p:nvSpPr>
            <p:spPr>
              <a:xfrm>
                <a:off x="0" y="0"/>
                <a:ext cx="6458037" cy="560881"/>
              </a:xfrm>
              <a:prstGeom prst="roundRect">
                <a:avLst>
                  <a:gd name="adj" fmla="val 16667"/>
                </a:avLst>
              </a:prstGeom>
              <a:solidFill>
                <a:schemeClr val="accent1"/>
              </a:solidFill>
              <a:ln w="17145" cap="flat">
                <a:solidFill>
                  <a:srgbClr val="FFFFFF"/>
                </a:solidFill>
                <a:prstDash val="solid"/>
                <a:round/>
              </a:ln>
              <a:effectLst/>
            </p:spPr>
            <p:txBody>
              <a:bodyPr wrap="square" lIns="45719" tIns="45719" rIns="45719" bIns="45719" numCol="1" anchor="ctr">
                <a:noAutofit/>
              </a:bodyPr>
              <a:lstStyle/>
              <a:p>
                <a:pPr defTabSz="844550">
                  <a:lnSpc>
                    <a:spcPct val="90000"/>
                  </a:lnSpc>
                  <a:spcBef>
                    <a:spcPts val="700"/>
                  </a:spcBef>
                  <a:defRPr sz="1900">
                    <a:solidFill>
                      <a:srgbClr val="FFFFFF"/>
                    </a:solidFill>
                  </a:defRPr>
                </a:pPr>
                <a:endParaRPr/>
              </a:p>
            </p:txBody>
          </p:sp>
          <p:sp>
            <p:nvSpPr>
              <p:cNvPr id="215" name="KERAS"/>
              <p:cNvSpPr txBox="1"/>
              <p:nvPr/>
            </p:nvSpPr>
            <p:spPr>
              <a:xfrm>
                <a:off x="271478" y="134390"/>
                <a:ext cx="5915081" cy="2921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defTabSz="844550">
                  <a:lnSpc>
                    <a:spcPct val="90000"/>
                  </a:lnSpc>
                  <a:spcBef>
                    <a:spcPts val="700"/>
                  </a:spcBef>
                  <a:defRPr sz="1900" b="1">
                    <a:solidFill>
                      <a:srgbClr val="FFFFFF"/>
                    </a:solidFill>
                  </a:defRPr>
                </a:lvl1pPr>
              </a:lstStyle>
              <a:p>
                <a:r>
                  <a:t>KERAS</a:t>
                </a:r>
              </a:p>
            </p:txBody>
          </p:sp>
        </p:grpSp>
      </p:gr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TextBox 1"/>
          <p:cNvSpPr txBox="1"/>
          <p:nvPr/>
        </p:nvSpPr>
        <p:spPr>
          <a:xfrm>
            <a:off x="1429284" y="348864"/>
            <a:ext cx="9626671" cy="15764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nSpc>
                <a:spcPct val="90000"/>
              </a:lnSpc>
              <a:spcBef>
                <a:spcPts val="600"/>
              </a:spcBef>
              <a:defRPr sz="4000" b="1"/>
            </a:lvl1pPr>
          </a:lstStyle>
          <a:p>
            <a:r>
              <a:t>SYSTEM ARCHITECTURE</a:t>
            </a:r>
          </a:p>
        </p:txBody>
      </p:sp>
      <p:grpSp>
        <p:nvGrpSpPr>
          <p:cNvPr id="236" name="Diagram 16"/>
          <p:cNvGrpSpPr/>
          <p:nvPr/>
        </p:nvGrpSpPr>
        <p:grpSpPr>
          <a:xfrm>
            <a:off x="159531" y="3314689"/>
            <a:ext cx="11069890" cy="1594009"/>
            <a:chOff x="0" y="0"/>
            <a:chExt cx="10947968" cy="1594008"/>
          </a:xfrm>
        </p:grpSpPr>
        <p:sp>
          <p:nvSpPr>
            <p:cNvPr id="220" name="Square"/>
            <p:cNvSpPr/>
            <p:nvPr/>
          </p:nvSpPr>
          <p:spPr>
            <a:xfrm>
              <a:off x="441997" y="0"/>
              <a:ext cx="475998" cy="475998"/>
            </a:xfrm>
            <a:prstGeom prst="rect">
              <a:avLst/>
            </a:prstGeom>
            <a:blipFill rotWithShape="1">
              <a:blip r:embed="rId2"/>
              <a:srcRect/>
              <a:stretch>
                <a:fillRect/>
              </a:stretch>
            </a:blipFill>
            <a:ln w="13970" cap="flat">
              <a:solidFill>
                <a:srgbClr val="FFFFFF"/>
              </a:solidFill>
              <a:prstDash val="solid"/>
              <a:round/>
            </a:ln>
            <a:effectLst/>
          </p:spPr>
          <p:txBody>
            <a:bodyPr wrap="square" lIns="45719" tIns="45719" rIns="45719" bIns="45719" numCol="1" anchor="t">
              <a:noAutofit/>
            </a:bodyPr>
            <a:lstStyle/>
            <a:p>
              <a:endParaRPr/>
            </a:p>
          </p:txBody>
        </p:sp>
        <p:sp>
          <p:nvSpPr>
            <p:cNvPr id="221" name="UNDERSTANDING THE OBJECTIVES"/>
            <p:cNvSpPr txBox="1"/>
            <p:nvPr/>
          </p:nvSpPr>
          <p:spPr>
            <a:xfrm>
              <a:off x="0" y="560744"/>
              <a:ext cx="1359996" cy="6096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defTabSz="622300">
                <a:spcBef>
                  <a:spcPts val="500"/>
                </a:spcBef>
                <a:defRPr sz="1400">
                  <a:latin typeface="Corbel"/>
                  <a:ea typeface="Corbel"/>
                  <a:cs typeface="Corbel"/>
                  <a:sym typeface="Corbel"/>
                </a:defRPr>
              </a:lvl1pPr>
            </a:lstStyle>
            <a:p>
              <a:r>
                <a:t>UNDERSTANDING THE OBJECTIVES</a:t>
              </a:r>
            </a:p>
          </p:txBody>
        </p:sp>
        <p:sp>
          <p:nvSpPr>
            <p:cNvPr id="222" name="Square"/>
            <p:cNvSpPr/>
            <p:nvPr/>
          </p:nvSpPr>
          <p:spPr>
            <a:xfrm>
              <a:off x="2039993" y="0"/>
              <a:ext cx="475998" cy="475998"/>
            </a:xfrm>
            <a:prstGeom prst="rect">
              <a:avLst/>
            </a:prstGeom>
            <a:blipFill rotWithShape="1">
              <a:blip r:embed="rId3"/>
              <a:srcRect/>
              <a:stretch>
                <a:fillRect/>
              </a:stretch>
            </a:blipFill>
            <a:ln w="13970" cap="flat">
              <a:solidFill>
                <a:srgbClr val="FFFFFF"/>
              </a:solidFill>
              <a:prstDash val="solid"/>
              <a:round/>
            </a:ln>
            <a:effectLst/>
          </p:spPr>
          <p:txBody>
            <a:bodyPr wrap="square" lIns="45719" tIns="45719" rIns="45719" bIns="45719" numCol="1" anchor="t">
              <a:noAutofit/>
            </a:bodyPr>
            <a:lstStyle/>
            <a:p>
              <a:endParaRPr/>
            </a:p>
          </p:txBody>
        </p:sp>
        <p:sp>
          <p:nvSpPr>
            <p:cNvPr id="223" name="DATA GATHERING"/>
            <p:cNvSpPr txBox="1"/>
            <p:nvPr/>
          </p:nvSpPr>
          <p:spPr>
            <a:xfrm>
              <a:off x="1597994" y="560744"/>
              <a:ext cx="1359997" cy="406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defTabSz="622300">
                <a:spcBef>
                  <a:spcPts val="500"/>
                </a:spcBef>
                <a:defRPr sz="1400">
                  <a:latin typeface="Corbel"/>
                  <a:ea typeface="Corbel"/>
                  <a:cs typeface="Corbel"/>
                  <a:sym typeface="Corbel"/>
                </a:defRPr>
              </a:lvl1pPr>
            </a:lstStyle>
            <a:p>
              <a:r>
                <a:t>DATA GATHERING</a:t>
              </a:r>
            </a:p>
          </p:txBody>
        </p:sp>
        <p:sp>
          <p:nvSpPr>
            <p:cNvPr id="224" name="Square"/>
            <p:cNvSpPr/>
            <p:nvPr/>
          </p:nvSpPr>
          <p:spPr>
            <a:xfrm>
              <a:off x="3637988" y="0"/>
              <a:ext cx="475998" cy="475998"/>
            </a:xfrm>
            <a:prstGeom prst="rect">
              <a:avLst/>
            </a:prstGeom>
            <a:blipFill rotWithShape="1">
              <a:blip r:embed="rId4"/>
              <a:srcRect/>
              <a:stretch>
                <a:fillRect/>
              </a:stretch>
            </a:blipFill>
            <a:ln w="13970" cap="flat">
              <a:solidFill>
                <a:srgbClr val="FFFFFF"/>
              </a:solidFill>
              <a:prstDash val="solid"/>
              <a:round/>
            </a:ln>
            <a:effectLst/>
          </p:spPr>
          <p:txBody>
            <a:bodyPr wrap="square" lIns="45719" tIns="45719" rIns="45719" bIns="45719" numCol="1" anchor="t">
              <a:noAutofit/>
            </a:bodyPr>
            <a:lstStyle/>
            <a:p>
              <a:endParaRPr/>
            </a:p>
          </p:txBody>
        </p:sp>
        <p:sp>
          <p:nvSpPr>
            <p:cNvPr id="225" name="DATA PRE-PROCESSING"/>
            <p:cNvSpPr txBox="1"/>
            <p:nvPr/>
          </p:nvSpPr>
          <p:spPr>
            <a:xfrm>
              <a:off x="3195991" y="560744"/>
              <a:ext cx="1359997" cy="406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defTabSz="622300">
                <a:spcBef>
                  <a:spcPts val="500"/>
                </a:spcBef>
                <a:defRPr sz="1400">
                  <a:latin typeface="Corbel"/>
                  <a:ea typeface="Corbel"/>
                  <a:cs typeface="Corbel"/>
                  <a:sym typeface="Corbel"/>
                </a:defRPr>
              </a:lvl1pPr>
            </a:lstStyle>
            <a:p>
              <a:r>
                <a:t>DATA PRE-PROCESSING</a:t>
              </a:r>
            </a:p>
          </p:txBody>
        </p:sp>
        <p:sp>
          <p:nvSpPr>
            <p:cNvPr id="226" name="DATA CLEANING"/>
            <p:cNvSpPr txBox="1"/>
            <p:nvPr/>
          </p:nvSpPr>
          <p:spPr>
            <a:xfrm>
              <a:off x="3195991" y="1263808"/>
              <a:ext cx="1359997" cy="1651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defTabSz="488950">
                <a:spcBef>
                  <a:spcPts val="400"/>
                </a:spcBef>
                <a:defRPr sz="1100">
                  <a:latin typeface="Corbel"/>
                  <a:ea typeface="Corbel"/>
                  <a:cs typeface="Corbel"/>
                  <a:sym typeface="Corbel"/>
                </a:defRPr>
              </a:lvl1pPr>
            </a:lstStyle>
            <a:p>
              <a:r>
                <a:t>DATA CLEANING</a:t>
              </a:r>
            </a:p>
          </p:txBody>
        </p:sp>
        <p:sp>
          <p:nvSpPr>
            <p:cNvPr id="227" name="Square"/>
            <p:cNvSpPr/>
            <p:nvPr/>
          </p:nvSpPr>
          <p:spPr>
            <a:xfrm>
              <a:off x="5235985" y="0"/>
              <a:ext cx="475998" cy="475998"/>
            </a:xfrm>
            <a:prstGeom prst="rect">
              <a:avLst/>
            </a:prstGeom>
            <a:blipFill rotWithShape="1">
              <a:blip r:embed="rId5"/>
              <a:srcRect/>
              <a:stretch>
                <a:fillRect/>
              </a:stretch>
            </a:blipFill>
            <a:ln w="13970" cap="flat">
              <a:solidFill>
                <a:srgbClr val="FFFFFF"/>
              </a:solidFill>
              <a:prstDash val="solid"/>
              <a:round/>
            </a:ln>
            <a:effectLst/>
          </p:spPr>
          <p:txBody>
            <a:bodyPr wrap="square" lIns="45719" tIns="45719" rIns="45719" bIns="45719" numCol="1" anchor="t">
              <a:noAutofit/>
            </a:bodyPr>
            <a:lstStyle/>
            <a:p>
              <a:endParaRPr/>
            </a:p>
          </p:txBody>
        </p:sp>
        <p:sp>
          <p:nvSpPr>
            <p:cNvPr id="228" name="DATA VISUALIZATION"/>
            <p:cNvSpPr txBox="1"/>
            <p:nvPr/>
          </p:nvSpPr>
          <p:spPr>
            <a:xfrm>
              <a:off x="4793986" y="560744"/>
              <a:ext cx="1359997" cy="406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defTabSz="622300">
                <a:spcBef>
                  <a:spcPts val="500"/>
                </a:spcBef>
                <a:defRPr sz="1400">
                  <a:latin typeface="Corbel"/>
                  <a:ea typeface="Corbel"/>
                  <a:cs typeface="Corbel"/>
                  <a:sym typeface="Corbel"/>
                </a:defRPr>
              </a:lvl1pPr>
            </a:lstStyle>
            <a:p>
              <a:r>
                <a:t>DATA VISUALIZATION</a:t>
              </a:r>
            </a:p>
          </p:txBody>
        </p:sp>
        <p:sp>
          <p:nvSpPr>
            <p:cNvPr id="229" name="Square"/>
            <p:cNvSpPr/>
            <p:nvPr/>
          </p:nvSpPr>
          <p:spPr>
            <a:xfrm>
              <a:off x="6833979" y="0"/>
              <a:ext cx="475998" cy="475998"/>
            </a:xfrm>
            <a:prstGeom prst="rect">
              <a:avLst/>
            </a:prstGeom>
            <a:blipFill rotWithShape="1">
              <a:blip r:embed="rId6"/>
              <a:srcRect/>
              <a:stretch>
                <a:fillRect/>
              </a:stretch>
            </a:blipFill>
            <a:ln w="13970" cap="flat">
              <a:solidFill>
                <a:srgbClr val="FFFFFF"/>
              </a:solidFill>
              <a:prstDash val="solid"/>
              <a:round/>
            </a:ln>
            <a:effectLst/>
          </p:spPr>
          <p:txBody>
            <a:bodyPr wrap="square" lIns="45719" tIns="45719" rIns="45719" bIns="45719" numCol="1" anchor="t">
              <a:noAutofit/>
            </a:bodyPr>
            <a:lstStyle/>
            <a:p>
              <a:endParaRPr/>
            </a:p>
          </p:txBody>
        </p:sp>
        <p:sp>
          <p:nvSpPr>
            <p:cNvPr id="230" name="DATA PROCESSING"/>
            <p:cNvSpPr txBox="1"/>
            <p:nvPr/>
          </p:nvSpPr>
          <p:spPr>
            <a:xfrm>
              <a:off x="6391980" y="560744"/>
              <a:ext cx="1359997" cy="406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defTabSz="622300">
                <a:spcBef>
                  <a:spcPts val="500"/>
                </a:spcBef>
                <a:defRPr sz="1400">
                  <a:latin typeface="Corbel"/>
                  <a:ea typeface="Corbel"/>
                  <a:cs typeface="Corbel"/>
                  <a:sym typeface="Corbel"/>
                </a:defRPr>
              </a:lvl1pPr>
            </a:lstStyle>
            <a:p>
              <a:r>
                <a:t>DATA PROCESSING</a:t>
              </a:r>
            </a:p>
          </p:txBody>
        </p:sp>
        <p:sp>
          <p:nvSpPr>
            <p:cNvPr id="231" name="FEATURE ENGINEERING"/>
            <p:cNvSpPr txBox="1"/>
            <p:nvPr/>
          </p:nvSpPr>
          <p:spPr>
            <a:xfrm>
              <a:off x="6391980" y="1263808"/>
              <a:ext cx="1359997" cy="3302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defTabSz="488950">
                <a:spcBef>
                  <a:spcPts val="400"/>
                </a:spcBef>
                <a:defRPr sz="1100">
                  <a:latin typeface="Corbel"/>
                  <a:ea typeface="Corbel"/>
                  <a:cs typeface="Corbel"/>
                  <a:sym typeface="Corbel"/>
                </a:defRPr>
              </a:lvl1pPr>
            </a:lstStyle>
            <a:p>
              <a:r>
                <a:t>FEATURE ENGINEERING</a:t>
              </a:r>
            </a:p>
          </p:txBody>
        </p:sp>
        <p:sp>
          <p:nvSpPr>
            <p:cNvPr id="232" name="Square"/>
            <p:cNvSpPr/>
            <p:nvPr/>
          </p:nvSpPr>
          <p:spPr>
            <a:xfrm>
              <a:off x="8431976" y="0"/>
              <a:ext cx="475998" cy="475998"/>
            </a:xfrm>
            <a:prstGeom prst="rect">
              <a:avLst/>
            </a:prstGeom>
            <a:blipFill rotWithShape="1">
              <a:blip r:embed="rId7"/>
              <a:srcRect/>
              <a:stretch>
                <a:fillRect/>
              </a:stretch>
            </a:blipFill>
            <a:ln w="13970" cap="flat">
              <a:solidFill>
                <a:srgbClr val="FFFFFF"/>
              </a:solidFill>
              <a:prstDash val="solid"/>
              <a:round/>
            </a:ln>
            <a:effectLst/>
          </p:spPr>
          <p:txBody>
            <a:bodyPr wrap="square" lIns="45719" tIns="45719" rIns="45719" bIns="45719" numCol="1" anchor="t">
              <a:noAutofit/>
            </a:bodyPr>
            <a:lstStyle/>
            <a:p>
              <a:endParaRPr/>
            </a:p>
          </p:txBody>
        </p:sp>
        <p:sp>
          <p:nvSpPr>
            <p:cNvPr id="233" name="TRAINING AND TESTING"/>
            <p:cNvSpPr txBox="1"/>
            <p:nvPr/>
          </p:nvSpPr>
          <p:spPr>
            <a:xfrm>
              <a:off x="7989976" y="560744"/>
              <a:ext cx="1359997" cy="406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defTabSz="622300">
                <a:spcBef>
                  <a:spcPts val="500"/>
                </a:spcBef>
                <a:defRPr sz="1400">
                  <a:latin typeface="Corbel"/>
                  <a:ea typeface="Corbel"/>
                  <a:cs typeface="Corbel"/>
                  <a:sym typeface="Corbel"/>
                </a:defRPr>
              </a:lvl1pPr>
            </a:lstStyle>
            <a:p>
              <a:r>
                <a:t>TRAINING AND TESTING</a:t>
              </a:r>
            </a:p>
          </p:txBody>
        </p:sp>
        <p:sp>
          <p:nvSpPr>
            <p:cNvPr id="234" name="Square"/>
            <p:cNvSpPr/>
            <p:nvPr/>
          </p:nvSpPr>
          <p:spPr>
            <a:xfrm>
              <a:off x="10029970" y="0"/>
              <a:ext cx="475998" cy="475998"/>
            </a:xfrm>
            <a:prstGeom prst="rect">
              <a:avLst/>
            </a:prstGeom>
            <a:blipFill rotWithShape="1">
              <a:blip r:embed="rId8"/>
              <a:srcRect/>
              <a:stretch>
                <a:fillRect/>
              </a:stretch>
            </a:blipFill>
            <a:ln w="13970" cap="flat">
              <a:solidFill>
                <a:srgbClr val="FFFFFF"/>
              </a:solidFill>
              <a:prstDash val="solid"/>
              <a:round/>
            </a:ln>
            <a:effectLst/>
          </p:spPr>
          <p:txBody>
            <a:bodyPr wrap="square" lIns="45719" tIns="45719" rIns="45719" bIns="45719" numCol="1" anchor="t">
              <a:noAutofit/>
            </a:bodyPr>
            <a:lstStyle/>
            <a:p>
              <a:endParaRPr/>
            </a:p>
          </p:txBody>
        </p:sp>
        <p:sp>
          <p:nvSpPr>
            <p:cNvPr id="235" name="PREDICTIVE MODEL"/>
            <p:cNvSpPr txBox="1"/>
            <p:nvPr/>
          </p:nvSpPr>
          <p:spPr>
            <a:xfrm>
              <a:off x="9587972" y="560744"/>
              <a:ext cx="1359997" cy="406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defTabSz="622300">
                <a:spcBef>
                  <a:spcPts val="500"/>
                </a:spcBef>
                <a:defRPr sz="1400">
                  <a:latin typeface="Corbel"/>
                  <a:ea typeface="Corbel"/>
                  <a:cs typeface="Corbel"/>
                  <a:sym typeface="Corbel"/>
                </a:defRPr>
              </a:lvl1pPr>
            </a:lstStyle>
            <a:p>
              <a:r>
                <a:t>PREDICTIVE MODEL</a:t>
              </a:r>
            </a:p>
          </p:txBody>
        </p:sp>
      </p:grpSp>
      <p:grpSp>
        <p:nvGrpSpPr>
          <p:cNvPr id="239" name="Diagram 48"/>
          <p:cNvGrpSpPr/>
          <p:nvPr/>
        </p:nvGrpSpPr>
        <p:grpSpPr>
          <a:xfrm>
            <a:off x="1545979" y="3814563"/>
            <a:ext cx="505146" cy="360001"/>
            <a:chOff x="0" y="0"/>
            <a:chExt cx="505144" cy="359999"/>
          </a:xfrm>
        </p:grpSpPr>
        <p:sp>
          <p:nvSpPr>
            <p:cNvPr id="237" name="Arrow"/>
            <p:cNvSpPr/>
            <p:nvPr/>
          </p:nvSpPr>
          <p:spPr>
            <a:xfrm>
              <a:off x="0" y="0"/>
              <a:ext cx="505145" cy="360000"/>
            </a:xfrm>
            <a:prstGeom prst="rightArrow">
              <a:avLst>
                <a:gd name="adj1" fmla="val 50000"/>
                <a:gd name="adj2" fmla="val 50000"/>
              </a:avLst>
            </a:prstGeom>
            <a:solidFill>
              <a:schemeClr val="accent1"/>
            </a:solidFill>
            <a:ln w="13970" cap="flat">
              <a:solidFill>
                <a:srgbClr val="FFFFFF"/>
              </a:solidFill>
              <a:prstDash val="solid"/>
              <a:round/>
            </a:ln>
            <a:effectLst/>
          </p:spPr>
          <p:txBody>
            <a:bodyPr wrap="square" lIns="45719" tIns="45719" rIns="45719" bIns="45719" numCol="1" anchor="t">
              <a:noAutofit/>
            </a:bodyPr>
            <a:lstStyle/>
            <a:p>
              <a:endParaRPr/>
            </a:p>
          </p:txBody>
        </p:sp>
        <p:sp>
          <p:nvSpPr>
            <p:cNvPr id="238" name="1"/>
            <p:cNvSpPr txBox="1"/>
            <p:nvPr/>
          </p:nvSpPr>
          <p:spPr>
            <a:xfrm>
              <a:off x="40747" y="116499"/>
              <a:ext cx="413884"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defTabSz="222250">
                <a:lnSpc>
                  <a:spcPct val="90000"/>
                </a:lnSpc>
                <a:spcBef>
                  <a:spcPts val="200"/>
                </a:spcBef>
                <a:defRPr sz="500"/>
              </a:lvl1pPr>
            </a:lstStyle>
            <a:p>
              <a:r>
                <a:t>1</a:t>
              </a:r>
            </a:p>
          </p:txBody>
        </p:sp>
      </p:grpSp>
      <p:grpSp>
        <p:nvGrpSpPr>
          <p:cNvPr id="242" name="Diagram 48"/>
          <p:cNvGrpSpPr/>
          <p:nvPr/>
        </p:nvGrpSpPr>
        <p:grpSpPr>
          <a:xfrm>
            <a:off x="3052039" y="3816340"/>
            <a:ext cx="505146" cy="360001"/>
            <a:chOff x="0" y="0"/>
            <a:chExt cx="505144" cy="359999"/>
          </a:xfrm>
        </p:grpSpPr>
        <p:sp>
          <p:nvSpPr>
            <p:cNvPr id="240" name="Arrow"/>
            <p:cNvSpPr/>
            <p:nvPr/>
          </p:nvSpPr>
          <p:spPr>
            <a:xfrm>
              <a:off x="0" y="0"/>
              <a:ext cx="505145" cy="360000"/>
            </a:xfrm>
            <a:prstGeom prst="rightArrow">
              <a:avLst>
                <a:gd name="adj1" fmla="val 50000"/>
                <a:gd name="adj2" fmla="val 50000"/>
              </a:avLst>
            </a:prstGeom>
            <a:solidFill>
              <a:schemeClr val="accent1"/>
            </a:solidFill>
            <a:ln w="13970" cap="flat">
              <a:solidFill>
                <a:srgbClr val="FFFFFF"/>
              </a:solidFill>
              <a:prstDash val="solid"/>
              <a:round/>
            </a:ln>
            <a:effectLst/>
          </p:spPr>
          <p:txBody>
            <a:bodyPr wrap="square" lIns="45719" tIns="45719" rIns="45719" bIns="45719" numCol="1" anchor="t">
              <a:noAutofit/>
            </a:bodyPr>
            <a:lstStyle/>
            <a:p>
              <a:endParaRPr/>
            </a:p>
          </p:txBody>
        </p:sp>
        <p:sp>
          <p:nvSpPr>
            <p:cNvPr id="241" name="2"/>
            <p:cNvSpPr txBox="1"/>
            <p:nvPr/>
          </p:nvSpPr>
          <p:spPr>
            <a:xfrm>
              <a:off x="40747" y="116499"/>
              <a:ext cx="413884"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defTabSz="222250">
                <a:lnSpc>
                  <a:spcPct val="90000"/>
                </a:lnSpc>
                <a:spcBef>
                  <a:spcPts val="200"/>
                </a:spcBef>
                <a:defRPr sz="500"/>
              </a:lvl1pPr>
            </a:lstStyle>
            <a:p>
              <a:r>
                <a:t>2</a:t>
              </a:r>
            </a:p>
          </p:txBody>
        </p:sp>
      </p:grpSp>
      <p:grpSp>
        <p:nvGrpSpPr>
          <p:cNvPr id="245" name="Diagram 48"/>
          <p:cNvGrpSpPr/>
          <p:nvPr/>
        </p:nvGrpSpPr>
        <p:grpSpPr>
          <a:xfrm>
            <a:off x="4761167" y="3814563"/>
            <a:ext cx="505146" cy="360001"/>
            <a:chOff x="0" y="0"/>
            <a:chExt cx="505144" cy="359999"/>
          </a:xfrm>
        </p:grpSpPr>
        <p:sp>
          <p:nvSpPr>
            <p:cNvPr id="243" name="Arrow"/>
            <p:cNvSpPr/>
            <p:nvPr/>
          </p:nvSpPr>
          <p:spPr>
            <a:xfrm>
              <a:off x="0" y="0"/>
              <a:ext cx="505145" cy="360000"/>
            </a:xfrm>
            <a:prstGeom prst="rightArrow">
              <a:avLst>
                <a:gd name="adj1" fmla="val 50000"/>
                <a:gd name="adj2" fmla="val 50000"/>
              </a:avLst>
            </a:prstGeom>
            <a:solidFill>
              <a:schemeClr val="accent1"/>
            </a:solidFill>
            <a:ln w="13970" cap="flat">
              <a:solidFill>
                <a:srgbClr val="FFFFFF"/>
              </a:solidFill>
              <a:prstDash val="solid"/>
              <a:round/>
            </a:ln>
            <a:effectLst/>
          </p:spPr>
          <p:txBody>
            <a:bodyPr wrap="square" lIns="45719" tIns="45719" rIns="45719" bIns="45719" numCol="1" anchor="t">
              <a:noAutofit/>
            </a:bodyPr>
            <a:lstStyle/>
            <a:p>
              <a:endParaRPr/>
            </a:p>
          </p:txBody>
        </p:sp>
        <p:sp>
          <p:nvSpPr>
            <p:cNvPr id="244" name="3"/>
            <p:cNvSpPr txBox="1"/>
            <p:nvPr/>
          </p:nvSpPr>
          <p:spPr>
            <a:xfrm>
              <a:off x="40747" y="116499"/>
              <a:ext cx="413884"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defTabSz="222250">
                <a:lnSpc>
                  <a:spcPct val="90000"/>
                </a:lnSpc>
                <a:spcBef>
                  <a:spcPts val="200"/>
                </a:spcBef>
                <a:defRPr sz="500"/>
              </a:lvl1pPr>
            </a:lstStyle>
            <a:p>
              <a:r>
                <a:t>3</a:t>
              </a:r>
            </a:p>
          </p:txBody>
        </p:sp>
      </p:grpSp>
      <p:grpSp>
        <p:nvGrpSpPr>
          <p:cNvPr id="248" name="Diagram 48"/>
          <p:cNvGrpSpPr/>
          <p:nvPr/>
        </p:nvGrpSpPr>
        <p:grpSpPr>
          <a:xfrm>
            <a:off x="6385809" y="3814562"/>
            <a:ext cx="505146" cy="360001"/>
            <a:chOff x="0" y="0"/>
            <a:chExt cx="505144" cy="359999"/>
          </a:xfrm>
        </p:grpSpPr>
        <p:sp>
          <p:nvSpPr>
            <p:cNvPr id="246" name="Arrow"/>
            <p:cNvSpPr/>
            <p:nvPr/>
          </p:nvSpPr>
          <p:spPr>
            <a:xfrm>
              <a:off x="0" y="0"/>
              <a:ext cx="505145" cy="360000"/>
            </a:xfrm>
            <a:prstGeom prst="rightArrow">
              <a:avLst>
                <a:gd name="adj1" fmla="val 50000"/>
                <a:gd name="adj2" fmla="val 50000"/>
              </a:avLst>
            </a:prstGeom>
            <a:solidFill>
              <a:schemeClr val="accent1"/>
            </a:solidFill>
            <a:ln w="13970" cap="flat">
              <a:solidFill>
                <a:srgbClr val="FFFFFF"/>
              </a:solidFill>
              <a:prstDash val="solid"/>
              <a:round/>
            </a:ln>
            <a:effectLst/>
          </p:spPr>
          <p:txBody>
            <a:bodyPr wrap="square" lIns="45719" tIns="45719" rIns="45719" bIns="45719" numCol="1" anchor="t">
              <a:noAutofit/>
            </a:bodyPr>
            <a:lstStyle/>
            <a:p>
              <a:endParaRPr/>
            </a:p>
          </p:txBody>
        </p:sp>
        <p:sp>
          <p:nvSpPr>
            <p:cNvPr id="247" name="4"/>
            <p:cNvSpPr txBox="1"/>
            <p:nvPr/>
          </p:nvSpPr>
          <p:spPr>
            <a:xfrm>
              <a:off x="40747" y="116499"/>
              <a:ext cx="413884"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defTabSz="222250">
                <a:lnSpc>
                  <a:spcPct val="90000"/>
                </a:lnSpc>
                <a:spcBef>
                  <a:spcPts val="200"/>
                </a:spcBef>
                <a:defRPr sz="500"/>
              </a:lvl1pPr>
            </a:lstStyle>
            <a:p>
              <a:r>
                <a:t>4</a:t>
              </a:r>
            </a:p>
          </p:txBody>
        </p:sp>
      </p:grpSp>
      <p:grpSp>
        <p:nvGrpSpPr>
          <p:cNvPr id="251" name="Diagram 48"/>
          <p:cNvGrpSpPr/>
          <p:nvPr/>
        </p:nvGrpSpPr>
        <p:grpSpPr>
          <a:xfrm>
            <a:off x="7794790" y="3814563"/>
            <a:ext cx="505146" cy="360001"/>
            <a:chOff x="0" y="0"/>
            <a:chExt cx="505144" cy="359999"/>
          </a:xfrm>
        </p:grpSpPr>
        <p:sp>
          <p:nvSpPr>
            <p:cNvPr id="249" name="Arrow"/>
            <p:cNvSpPr/>
            <p:nvPr/>
          </p:nvSpPr>
          <p:spPr>
            <a:xfrm>
              <a:off x="0" y="0"/>
              <a:ext cx="505145" cy="360000"/>
            </a:xfrm>
            <a:prstGeom prst="rightArrow">
              <a:avLst>
                <a:gd name="adj1" fmla="val 50000"/>
                <a:gd name="adj2" fmla="val 50000"/>
              </a:avLst>
            </a:prstGeom>
            <a:solidFill>
              <a:schemeClr val="accent1"/>
            </a:solidFill>
            <a:ln w="13970" cap="flat">
              <a:solidFill>
                <a:srgbClr val="FFFFFF"/>
              </a:solidFill>
              <a:prstDash val="solid"/>
              <a:round/>
            </a:ln>
            <a:effectLst/>
          </p:spPr>
          <p:txBody>
            <a:bodyPr wrap="square" lIns="45719" tIns="45719" rIns="45719" bIns="45719" numCol="1" anchor="t">
              <a:noAutofit/>
            </a:bodyPr>
            <a:lstStyle/>
            <a:p>
              <a:endParaRPr/>
            </a:p>
          </p:txBody>
        </p:sp>
        <p:sp>
          <p:nvSpPr>
            <p:cNvPr id="250" name="5"/>
            <p:cNvSpPr txBox="1"/>
            <p:nvPr/>
          </p:nvSpPr>
          <p:spPr>
            <a:xfrm>
              <a:off x="40747" y="116499"/>
              <a:ext cx="413884"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defTabSz="222250">
                <a:lnSpc>
                  <a:spcPct val="90000"/>
                </a:lnSpc>
                <a:spcBef>
                  <a:spcPts val="200"/>
                </a:spcBef>
                <a:defRPr sz="500"/>
              </a:lvl1pPr>
            </a:lstStyle>
            <a:p>
              <a:r>
                <a:t>5</a:t>
              </a:r>
            </a:p>
          </p:txBody>
        </p:sp>
      </p:grpSp>
      <p:grpSp>
        <p:nvGrpSpPr>
          <p:cNvPr id="254" name="Diagram 48"/>
          <p:cNvGrpSpPr/>
          <p:nvPr/>
        </p:nvGrpSpPr>
        <p:grpSpPr>
          <a:xfrm>
            <a:off x="9563204" y="3814562"/>
            <a:ext cx="505146" cy="360001"/>
            <a:chOff x="0" y="0"/>
            <a:chExt cx="505144" cy="359999"/>
          </a:xfrm>
        </p:grpSpPr>
        <p:sp>
          <p:nvSpPr>
            <p:cNvPr id="252" name="Arrow"/>
            <p:cNvSpPr/>
            <p:nvPr/>
          </p:nvSpPr>
          <p:spPr>
            <a:xfrm>
              <a:off x="0" y="0"/>
              <a:ext cx="505145" cy="360000"/>
            </a:xfrm>
            <a:prstGeom prst="rightArrow">
              <a:avLst>
                <a:gd name="adj1" fmla="val 50000"/>
                <a:gd name="adj2" fmla="val 50000"/>
              </a:avLst>
            </a:prstGeom>
            <a:solidFill>
              <a:schemeClr val="accent1"/>
            </a:solidFill>
            <a:ln w="13970" cap="flat">
              <a:solidFill>
                <a:srgbClr val="FFFFFF"/>
              </a:solidFill>
              <a:prstDash val="solid"/>
              <a:round/>
            </a:ln>
            <a:effectLst/>
          </p:spPr>
          <p:txBody>
            <a:bodyPr wrap="square" lIns="45719" tIns="45719" rIns="45719" bIns="45719" numCol="1" anchor="t">
              <a:noAutofit/>
            </a:bodyPr>
            <a:lstStyle/>
            <a:p>
              <a:endParaRPr/>
            </a:p>
          </p:txBody>
        </p:sp>
        <p:sp>
          <p:nvSpPr>
            <p:cNvPr id="253" name="6"/>
            <p:cNvSpPr txBox="1"/>
            <p:nvPr/>
          </p:nvSpPr>
          <p:spPr>
            <a:xfrm>
              <a:off x="40747" y="116499"/>
              <a:ext cx="413884"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defTabSz="222250">
                <a:lnSpc>
                  <a:spcPct val="90000"/>
                </a:lnSpc>
                <a:spcBef>
                  <a:spcPts val="200"/>
                </a:spcBef>
                <a:defRPr sz="500"/>
              </a:lvl1pPr>
            </a:lstStyle>
            <a:p>
              <a:r>
                <a:t>6</a:t>
              </a:r>
            </a:p>
          </p:txBody>
        </p:sp>
      </p:gr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TextBox 1"/>
          <p:cNvSpPr txBox="1"/>
          <p:nvPr/>
        </p:nvSpPr>
        <p:spPr>
          <a:xfrm>
            <a:off x="1429284" y="348864"/>
            <a:ext cx="9626671" cy="15764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pPr>
              <a:lnSpc>
                <a:spcPct val="90000"/>
              </a:lnSpc>
              <a:spcBef>
                <a:spcPts val="600"/>
              </a:spcBef>
              <a:defRPr sz="4000" b="1"/>
            </a:pPr>
            <a:r>
              <a:t>ALGORITHM USED</a:t>
            </a:r>
          </a:p>
          <a:p>
            <a:pPr>
              <a:lnSpc>
                <a:spcPct val="90000"/>
              </a:lnSpc>
              <a:spcBef>
                <a:spcPts val="600"/>
              </a:spcBef>
              <a:defRPr sz="4000" b="1"/>
            </a:pPr>
            <a:r>
              <a:t>LSTM</a:t>
            </a:r>
          </a:p>
        </p:txBody>
      </p:sp>
      <p:grpSp>
        <p:nvGrpSpPr>
          <p:cNvPr id="264" name="TextBox 8"/>
          <p:cNvGrpSpPr/>
          <p:nvPr/>
        </p:nvGrpSpPr>
        <p:grpSpPr>
          <a:xfrm>
            <a:off x="841247" y="2910623"/>
            <a:ext cx="5015484" cy="2632571"/>
            <a:chOff x="0" y="0"/>
            <a:chExt cx="5015483" cy="2632570"/>
          </a:xfrm>
        </p:grpSpPr>
        <p:sp>
          <p:nvSpPr>
            <p:cNvPr id="258" name="Rounded Rectangle"/>
            <p:cNvSpPr/>
            <p:nvPr/>
          </p:nvSpPr>
          <p:spPr>
            <a:xfrm>
              <a:off x="0" y="0"/>
              <a:ext cx="5015484" cy="1170032"/>
            </a:xfrm>
            <a:prstGeom prst="roundRect">
              <a:avLst>
                <a:gd name="adj" fmla="val 10000"/>
              </a:avLst>
            </a:prstGeom>
            <a:solidFill>
              <a:srgbClr val="D4D4D5"/>
            </a:solidFill>
            <a:ln w="12700" cap="flat">
              <a:noFill/>
              <a:miter lim="400000"/>
            </a:ln>
            <a:effectLst/>
          </p:spPr>
          <p:txBody>
            <a:bodyPr wrap="square" lIns="45719" tIns="45719" rIns="45719" bIns="45719" numCol="1" anchor="t">
              <a:noAutofit/>
            </a:bodyPr>
            <a:lstStyle/>
            <a:p>
              <a:endParaRPr/>
            </a:p>
          </p:txBody>
        </p:sp>
        <p:sp>
          <p:nvSpPr>
            <p:cNvPr id="259" name="Square"/>
            <p:cNvSpPr/>
            <p:nvPr/>
          </p:nvSpPr>
          <p:spPr>
            <a:xfrm>
              <a:off x="353933" y="263257"/>
              <a:ext cx="643519" cy="643518"/>
            </a:xfrm>
            <a:prstGeom prst="rect">
              <a:avLst/>
            </a:prstGeom>
            <a:blipFill rotWithShape="1">
              <a:blip r:embed="rId2"/>
              <a:srcRect/>
              <a:stretch>
                <a:fillRect/>
              </a:stretch>
            </a:blipFill>
            <a:ln w="13970" cap="flat">
              <a:solidFill>
                <a:srgbClr val="FFFFFF"/>
              </a:solidFill>
              <a:prstDash val="solid"/>
              <a:round/>
            </a:ln>
            <a:effectLst/>
          </p:spPr>
          <p:txBody>
            <a:bodyPr wrap="square" lIns="45719" tIns="45719" rIns="45719" bIns="45719" numCol="1" anchor="t">
              <a:noAutofit/>
            </a:bodyPr>
            <a:lstStyle/>
            <a:p>
              <a:endParaRPr/>
            </a:p>
          </p:txBody>
        </p:sp>
        <p:sp>
          <p:nvSpPr>
            <p:cNvPr id="260" name="Long Short-Term Memory (LSTM)"/>
            <p:cNvSpPr txBox="1"/>
            <p:nvPr/>
          </p:nvSpPr>
          <p:spPr>
            <a:xfrm>
              <a:off x="1351386" y="346887"/>
              <a:ext cx="3664097" cy="47625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3828" tIns="123828" rIns="123828" bIns="123828" numCol="1" anchor="ctr">
              <a:spAutoFit/>
            </a:bodyPr>
            <a:lstStyle>
              <a:lvl1pPr defTabSz="666750">
                <a:spcBef>
                  <a:spcPts val="600"/>
                </a:spcBef>
                <a:defRPr sz="1500"/>
              </a:lvl1pPr>
            </a:lstStyle>
            <a:p>
              <a:r>
                <a:t>Long Short-Term Memory (LSTM)</a:t>
              </a:r>
            </a:p>
          </p:txBody>
        </p:sp>
        <p:sp>
          <p:nvSpPr>
            <p:cNvPr id="261" name="Rounded Rectangle"/>
            <p:cNvSpPr/>
            <p:nvPr/>
          </p:nvSpPr>
          <p:spPr>
            <a:xfrm>
              <a:off x="0" y="1462539"/>
              <a:ext cx="5015484" cy="1170032"/>
            </a:xfrm>
            <a:prstGeom prst="roundRect">
              <a:avLst>
                <a:gd name="adj" fmla="val 10000"/>
              </a:avLst>
            </a:prstGeom>
            <a:solidFill>
              <a:srgbClr val="D4D4D5"/>
            </a:solidFill>
            <a:ln w="12700" cap="flat">
              <a:noFill/>
              <a:miter lim="400000"/>
            </a:ln>
            <a:effectLst/>
          </p:spPr>
          <p:txBody>
            <a:bodyPr wrap="square" lIns="45719" tIns="45719" rIns="45719" bIns="45719" numCol="1" anchor="t">
              <a:noAutofit/>
            </a:bodyPr>
            <a:lstStyle/>
            <a:p>
              <a:endParaRPr/>
            </a:p>
          </p:txBody>
        </p:sp>
        <p:sp>
          <p:nvSpPr>
            <p:cNvPr id="262" name="Square"/>
            <p:cNvSpPr/>
            <p:nvPr/>
          </p:nvSpPr>
          <p:spPr>
            <a:xfrm>
              <a:off x="353933" y="1725796"/>
              <a:ext cx="643519" cy="643519"/>
            </a:xfrm>
            <a:prstGeom prst="rect">
              <a:avLst/>
            </a:prstGeom>
            <a:blipFill rotWithShape="1">
              <a:blip r:embed="rId3"/>
              <a:srcRect/>
              <a:stretch>
                <a:fillRect/>
              </a:stretch>
            </a:blipFill>
            <a:ln w="13970" cap="flat">
              <a:solidFill>
                <a:srgbClr val="FFFFFF"/>
              </a:solidFill>
              <a:prstDash val="solid"/>
              <a:round/>
            </a:ln>
            <a:effectLst/>
          </p:spPr>
          <p:txBody>
            <a:bodyPr wrap="square" lIns="45719" tIns="45719" rIns="45719" bIns="45719" numCol="1" anchor="t">
              <a:noAutofit/>
            </a:bodyPr>
            <a:lstStyle/>
            <a:p>
              <a:endParaRPr/>
            </a:p>
          </p:txBody>
        </p:sp>
        <p:sp>
          <p:nvSpPr>
            <p:cNvPr id="263" name="long-term memory (LSTM) is an artificial recurrent neural network (RNN) architecture used in deep learning."/>
            <p:cNvSpPr txBox="1"/>
            <p:nvPr/>
          </p:nvSpPr>
          <p:spPr>
            <a:xfrm>
              <a:off x="1351386" y="1466526"/>
              <a:ext cx="3664097" cy="116205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3828" tIns="123828" rIns="123828" bIns="123828" numCol="1" anchor="ctr">
              <a:spAutoFit/>
            </a:bodyPr>
            <a:lstStyle>
              <a:lvl1pPr defTabSz="666750">
                <a:spcBef>
                  <a:spcPts val="600"/>
                </a:spcBef>
                <a:defRPr sz="1500"/>
              </a:lvl1pPr>
            </a:lstStyle>
            <a:p>
              <a:r>
                <a:t>long-term memory (LSTM) is an artificial recurrent neural network (RNN) architecture used in deep learning.</a:t>
              </a:r>
            </a:p>
          </p:txBody>
        </p:sp>
      </p:grpSp>
      <p:pic>
        <p:nvPicPr>
          <p:cNvPr id="3" name="Picture 3" descr="Diagram&#10;&#10;Description automatically generated">
            <a:extLst>
              <a:ext uri="{FF2B5EF4-FFF2-40B4-BE49-F238E27FC236}">
                <a16:creationId xmlns:a16="http://schemas.microsoft.com/office/drawing/2014/main" id="{13EA723D-E854-2F60-82CE-998D87D86EB0}"/>
              </a:ext>
            </a:extLst>
          </p:cNvPr>
          <p:cNvPicPr>
            <a:picLocks noChangeAspect="1"/>
          </p:cNvPicPr>
          <p:nvPr/>
        </p:nvPicPr>
        <p:blipFill>
          <a:blip r:embed="rId4"/>
          <a:stretch>
            <a:fillRect/>
          </a:stretch>
        </p:blipFill>
        <p:spPr>
          <a:xfrm>
            <a:off x="6090249" y="2746835"/>
            <a:ext cx="4885426" cy="2974593"/>
          </a:xfrm>
          <a:prstGeom prst="rect">
            <a:avLst/>
          </a:prstGeom>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TextBox 1"/>
          <p:cNvSpPr txBox="1"/>
          <p:nvPr/>
        </p:nvSpPr>
        <p:spPr>
          <a:xfrm>
            <a:off x="588084" y="320487"/>
            <a:ext cx="10164184" cy="13234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tIns="45720" rIns="45719" bIns="45720" anchor="t">
            <a:spAutoFit/>
          </a:bodyPr>
          <a:lstStyle>
            <a:lvl1pPr>
              <a:defRPr sz="4000"/>
            </a:lvl1pPr>
          </a:lstStyle>
          <a:p>
            <a:r>
              <a:rPr lang="en-US" b="1" dirty="0"/>
              <a:t>IMPLEMENTATION</a:t>
            </a:r>
          </a:p>
          <a:p>
            <a:endParaRPr lang="en-US" b="1" dirty="0"/>
          </a:p>
        </p:txBody>
      </p:sp>
      <p:pic>
        <p:nvPicPr>
          <p:cNvPr id="3" name="Picture 3" descr="Text&#10;&#10;Description automatically generated">
            <a:extLst>
              <a:ext uri="{FF2B5EF4-FFF2-40B4-BE49-F238E27FC236}">
                <a16:creationId xmlns:a16="http://schemas.microsoft.com/office/drawing/2014/main" id="{E005F147-82F5-43E2-8CB7-4E376AD15A3D}"/>
              </a:ext>
            </a:extLst>
          </p:cNvPr>
          <p:cNvPicPr>
            <a:picLocks noChangeAspect="1"/>
          </p:cNvPicPr>
          <p:nvPr/>
        </p:nvPicPr>
        <p:blipFill>
          <a:blip r:embed="rId2"/>
          <a:stretch>
            <a:fillRect/>
          </a:stretch>
        </p:blipFill>
        <p:spPr>
          <a:xfrm>
            <a:off x="2499" y="987154"/>
            <a:ext cx="11275101" cy="5870545"/>
          </a:xfrm>
          <a:prstGeom prst="rect">
            <a:avLst/>
          </a:prstGeom>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TextBox 1"/>
          <p:cNvSpPr txBox="1"/>
          <p:nvPr/>
        </p:nvSpPr>
        <p:spPr>
          <a:xfrm>
            <a:off x="969" y="-4300"/>
            <a:ext cx="10164184" cy="5232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tIns="45720" rIns="45719" bIns="45720" anchor="t">
            <a:spAutoFit/>
          </a:bodyPr>
          <a:lstStyle>
            <a:lvl1pPr>
              <a:defRPr sz="4000"/>
            </a:lvl1pPr>
          </a:lstStyle>
          <a:p>
            <a:r>
              <a:rPr lang="en-US" sz="2800" b="1" dirty="0"/>
              <a:t>CONTINUED...</a:t>
            </a:r>
            <a:endParaRPr lang="en-US" sz="2800" dirty="0"/>
          </a:p>
        </p:txBody>
      </p:sp>
      <p:pic>
        <p:nvPicPr>
          <p:cNvPr id="5" name="Picture 5" descr="Chart, histogram&#10;&#10;Description automatically generated">
            <a:extLst>
              <a:ext uri="{FF2B5EF4-FFF2-40B4-BE49-F238E27FC236}">
                <a16:creationId xmlns:a16="http://schemas.microsoft.com/office/drawing/2014/main" id="{A84EC459-E92B-FB4E-1A0F-E9E9BB3AB6CF}"/>
              </a:ext>
            </a:extLst>
          </p:cNvPr>
          <p:cNvPicPr>
            <a:picLocks noChangeAspect="1"/>
          </p:cNvPicPr>
          <p:nvPr/>
        </p:nvPicPr>
        <p:blipFill>
          <a:blip r:embed="rId2"/>
          <a:stretch>
            <a:fillRect/>
          </a:stretch>
        </p:blipFill>
        <p:spPr>
          <a:xfrm>
            <a:off x="2500" y="511350"/>
            <a:ext cx="11237624" cy="6347462"/>
          </a:xfrm>
          <a:prstGeom prst="rect">
            <a:avLst/>
          </a:prstGeom>
        </p:spPr>
      </p:pic>
    </p:spTree>
    <p:extLst>
      <p:ext uri="{BB962C8B-B14F-4D97-AF65-F5344CB8AC3E}">
        <p14:creationId xmlns:p14="http://schemas.microsoft.com/office/powerpoint/2010/main" val="16919264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TextBox 1"/>
          <p:cNvSpPr txBox="1"/>
          <p:nvPr/>
        </p:nvSpPr>
        <p:spPr>
          <a:xfrm>
            <a:off x="125887" y="-91743"/>
            <a:ext cx="10164184" cy="11387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tIns="45720" rIns="45719" bIns="45720" anchor="t">
            <a:spAutoFit/>
          </a:bodyPr>
          <a:lstStyle>
            <a:lvl1pPr>
              <a:defRPr sz="4000"/>
            </a:lvl1pPr>
          </a:lstStyle>
          <a:p>
            <a:r>
              <a:rPr lang="en-US" sz="2800" b="1" dirty="0"/>
              <a:t>CONTINUED...</a:t>
            </a:r>
            <a:endParaRPr lang="en-US" sz="2800"/>
          </a:p>
          <a:p>
            <a:endParaRPr lang="en-US" b="1" dirty="0"/>
          </a:p>
        </p:txBody>
      </p:sp>
      <p:pic>
        <p:nvPicPr>
          <p:cNvPr id="3" name="Picture 3" descr="Chart, histogram&#10;&#10;Description automatically generated">
            <a:extLst>
              <a:ext uri="{FF2B5EF4-FFF2-40B4-BE49-F238E27FC236}">
                <a16:creationId xmlns:a16="http://schemas.microsoft.com/office/drawing/2014/main" id="{5C2209F3-89BB-967C-868F-A4783D86E5F3}"/>
              </a:ext>
            </a:extLst>
          </p:cNvPr>
          <p:cNvPicPr>
            <a:picLocks noChangeAspect="1"/>
          </p:cNvPicPr>
          <p:nvPr/>
        </p:nvPicPr>
        <p:blipFill>
          <a:blip r:embed="rId2"/>
          <a:stretch>
            <a:fillRect/>
          </a:stretch>
        </p:blipFill>
        <p:spPr>
          <a:xfrm>
            <a:off x="2499" y="457640"/>
            <a:ext cx="11275101" cy="6404916"/>
          </a:xfrm>
          <a:prstGeom prst="rect">
            <a:avLst/>
          </a:prstGeom>
        </p:spPr>
      </p:pic>
    </p:spTree>
    <p:extLst>
      <p:ext uri="{BB962C8B-B14F-4D97-AF65-F5344CB8AC3E}">
        <p14:creationId xmlns:p14="http://schemas.microsoft.com/office/powerpoint/2010/main" val="327088173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TextBox 1"/>
          <p:cNvSpPr txBox="1"/>
          <p:nvPr/>
        </p:nvSpPr>
        <p:spPr>
          <a:xfrm>
            <a:off x="88412" y="245536"/>
            <a:ext cx="10164184" cy="7078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tIns="45720" rIns="45719" bIns="45720" anchor="t">
            <a:spAutoFit/>
          </a:bodyPr>
          <a:lstStyle>
            <a:lvl1pPr>
              <a:defRPr sz="4000"/>
            </a:lvl1pPr>
          </a:lstStyle>
          <a:p>
            <a:r>
              <a:rPr lang="en-US" b="1" dirty="0"/>
              <a:t>ADVANTAGES</a:t>
            </a:r>
          </a:p>
        </p:txBody>
      </p:sp>
      <p:sp>
        <p:nvSpPr>
          <p:cNvPr id="2" name="TextBox 1">
            <a:extLst>
              <a:ext uri="{FF2B5EF4-FFF2-40B4-BE49-F238E27FC236}">
                <a16:creationId xmlns:a16="http://schemas.microsoft.com/office/drawing/2014/main" id="{1C81D520-3A50-D3DD-EC24-7C0165997BE2}"/>
              </a:ext>
            </a:extLst>
          </p:cNvPr>
          <p:cNvSpPr txBox="1"/>
          <p:nvPr/>
        </p:nvSpPr>
        <p:spPr>
          <a:xfrm>
            <a:off x="1011835" y="2267262"/>
            <a:ext cx="9987196" cy="19389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sz="2400" b="1" dirty="0"/>
              <a:t>1.Decision making for buying and selling of stocks.</a:t>
            </a:r>
          </a:p>
          <a:p>
            <a:endParaRPr lang="en-US" sz="2400" b="1" dirty="0"/>
          </a:p>
          <a:p>
            <a:r>
              <a:rPr lang="en-US" sz="2400" b="1" dirty="0"/>
              <a:t>2.Understanding of movement of stock values for the investor.</a:t>
            </a:r>
          </a:p>
          <a:p>
            <a:endParaRPr lang="en-US" sz="2400" b="1" dirty="0"/>
          </a:p>
          <a:p>
            <a:r>
              <a:rPr lang="en-US" sz="2400" b="1" dirty="0"/>
              <a:t>3.Minimizing the risk of loss.</a:t>
            </a:r>
          </a:p>
        </p:txBody>
      </p:sp>
    </p:spTree>
    <p:extLst>
      <p:ext uri="{BB962C8B-B14F-4D97-AF65-F5344CB8AC3E}">
        <p14:creationId xmlns:p14="http://schemas.microsoft.com/office/powerpoint/2010/main" val="213003723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TextBox 1"/>
          <p:cNvSpPr txBox="1"/>
          <p:nvPr/>
        </p:nvSpPr>
        <p:spPr>
          <a:xfrm>
            <a:off x="588084" y="320487"/>
            <a:ext cx="10164184" cy="7010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tIns="45720" rIns="45719" bIns="45720" anchor="t">
            <a:spAutoFit/>
          </a:bodyPr>
          <a:lstStyle>
            <a:lvl1pPr>
              <a:defRPr sz="4000"/>
            </a:lvl1pPr>
          </a:lstStyle>
          <a:p>
            <a:r>
              <a:rPr b="1"/>
              <a:t>CONCLUSION</a:t>
            </a:r>
            <a:endParaRPr lang="en-US" b="1"/>
          </a:p>
        </p:txBody>
      </p:sp>
      <p:sp>
        <p:nvSpPr>
          <p:cNvPr id="272" name="TextBox 3"/>
          <p:cNvSpPr txBox="1"/>
          <p:nvPr/>
        </p:nvSpPr>
        <p:spPr>
          <a:xfrm>
            <a:off x="362233" y="1727777"/>
            <a:ext cx="10560405" cy="27515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20" rIns="45719" bIns="45720" anchor="t">
            <a:spAutoFit/>
          </a:bodyPr>
          <a:lstStyle/>
          <a:p>
            <a:pPr marL="1828800" lvl="4" indent="-228600">
              <a:lnSpc>
                <a:spcPct val="90000"/>
              </a:lnSpc>
              <a:spcBef>
                <a:spcPts val="600"/>
              </a:spcBef>
              <a:buSzPct val="100000"/>
              <a:buFont typeface="Arial"/>
              <a:buChar char="•"/>
              <a:defRPr sz="1700"/>
            </a:pPr>
            <a:r>
              <a:rPr sz="2400"/>
              <a:t>A stock is a general term used to describe the ownership certificates of any company. Machine learning algorithms are basically designed to classify things, find patterns, predict outcomes, and make informed decisions. The proposed model will be able to predict maximum and minimum price of stocks along with the fluctuations (rise and fall). Resultantly it will certainly help the investors to predict and understand the stocks before investing.</a:t>
            </a:r>
            <a:r>
              <a:rPr lang="en-US" sz="2400"/>
              <a:t> </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Python Documentation, https://www.python.org/doc/.…"/>
          <p:cNvSpPr txBox="1"/>
          <p:nvPr/>
        </p:nvSpPr>
        <p:spPr>
          <a:xfrm>
            <a:off x="172492" y="1003335"/>
            <a:ext cx="10984611" cy="52899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20" rIns="45719" bIns="45720" anchor="t">
            <a:spAutoFit/>
          </a:bodyPr>
          <a:lstStyle/>
          <a:p>
            <a:pPr algn="ctr" defTabSz="457200">
              <a:lnSpc>
                <a:spcPct val="120000"/>
              </a:lnSpc>
              <a:spcBef>
                <a:spcPts val="1200"/>
              </a:spcBef>
              <a:defRPr sz="1700">
                <a:latin typeface="Times New Roman"/>
                <a:ea typeface="Times New Roman"/>
                <a:cs typeface="Times New Roman"/>
                <a:sym typeface="Times New Roman"/>
              </a:defRPr>
            </a:pPr>
            <a:endParaRPr lang="en-US" sz="2200">
              <a:solidFill>
                <a:srgbClr val="0000FF"/>
              </a:solidFill>
              <a:latin typeface="Century Schoolbook"/>
            </a:endParaRPr>
          </a:p>
          <a:p>
            <a:pPr marL="342900" indent="-342900" algn="ctr" defTabSz="457200">
              <a:lnSpc>
                <a:spcPct val="120000"/>
              </a:lnSpc>
              <a:spcBef>
                <a:spcPts val="1200"/>
              </a:spcBef>
              <a:buFont typeface="Arial"/>
              <a:buChar char="•"/>
              <a:defRPr sz="1700">
                <a:latin typeface="Times New Roman"/>
                <a:ea typeface="Times New Roman"/>
                <a:cs typeface="Times New Roman"/>
                <a:sym typeface="Times New Roman"/>
              </a:defRPr>
            </a:pPr>
            <a:r>
              <a:rPr sz="2200" dirty="0" err="1">
                <a:latin typeface="Century Schoolbook"/>
              </a:rPr>
              <a:t>Karim,Somshubra</a:t>
            </a:r>
            <a:r>
              <a:rPr sz="2200" dirty="0">
                <a:latin typeface="Century Schoolbook"/>
              </a:rPr>
              <a:t> </a:t>
            </a:r>
            <a:r>
              <a:rPr sz="2200" dirty="0" err="1">
                <a:latin typeface="Century Schoolbook"/>
              </a:rPr>
              <a:t>Majumdar,Houshang</a:t>
            </a:r>
            <a:r>
              <a:rPr sz="2200" dirty="0">
                <a:latin typeface="Century Schoolbook"/>
              </a:rPr>
              <a:t> Darabi and Shun </a:t>
            </a:r>
            <a:r>
              <a:rPr sz="2200" dirty="0" err="1">
                <a:latin typeface="Century Schoolbook"/>
              </a:rPr>
              <a:t>Chen,”LSTM</a:t>
            </a:r>
            <a:r>
              <a:rPr sz="2200" dirty="0">
                <a:latin typeface="Century Schoolbook"/>
              </a:rPr>
              <a:t> fully.</a:t>
            </a:r>
            <a:endParaRPr lang="en-US" sz="2200" dirty="0">
              <a:latin typeface="Century Schoolbook"/>
            </a:endParaRPr>
          </a:p>
          <a:p>
            <a:pPr marL="482600" indent="-342900" algn="just" defTabSz="457200">
              <a:lnSpc>
                <a:spcPct val="120000"/>
              </a:lnSpc>
              <a:spcBef>
                <a:spcPts val="1200"/>
              </a:spcBef>
              <a:buClr>
                <a:srgbClr val="000000"/>
              </a:buClr>
              <a:buSzPct val="100000"/>
              <a:buFont typeface="Arial"/>
              <a:buChar char="•"/>
              <a:defRPr sz="1700">
                <a:solidFill>
                  <a:srgbClr val="0A0908"/>
                </a:solidFill>
                <a:latin typeface="Times New Roman"/>
                <a:ea typeface="Times New Roman"/>
                <a:cs typeface="Times New Roman"/>
                <a:sym typeface="Times New Roman"/>
              </a:defRPr>
            </a:pPr>
            <a:r>
              <a:rPr lang="en-US" sz="2200" dirty="0">
                <a:latin typeface="Century Schoolbook"/>
              </a:rPr>
              <a:t>Sahil </a:t>
            </a:r>
            <a:r>
              <a:rPr lang="en-US" sz="2200" dirty="0" err="1">
                <a:latin typeface="Century Schoolbook"/>
              </a:rPr>
              <a:t>vazirani</a:t>
            </a:r>
            <a:r>
              <a:rPr lang="en-US" sz="2200" dirty="0">
                <a:latin typeface="Century Schoolbook"/>
              </a:rPr>
              <a:t>, Abhishekh </a:t>
            </a:r>
            <a:r>
              <a:rPr lang="en-US" sz="2200" dirty="0" err="1">
                <a:latin typeface="Century Schoolbook"/>
              </a:rPr>
              <a:t>sharma</a:t>
            </a:r>
            <a:r>
              <a:rPr lang="en-US" sz="2200" dirty="0">
                <a:latin typeface="Century Schoolbook"/>
              </a:rPr>
              <a:t> and Pavika </a:t>
            </a:r>
            <a:r>
              <a:rPr lang="en-US" sz="2200" dirty="0" err="1">
                <a:latin typeface="Century Schoolbook"/>
              </a:rPr>
              <a:t>sharma</a:t>
            </a:r>
            <a:r>
              <a:rPr lang="en-US" sz="2200" dirty="0">
                <a:latin typeface="Century Schoolbook"/>
              </a:rPr>
              <a:t> "Analysis of various machine learning algorithm and hybrid model for stock market prediction using python".</a:t>
            </a:r>
          </a:p>
          <a:p>
            <a:pPr marL="482600" indent="-342900" algn="just" defTabSz="457200">
              <a:lnSpc>
                <a:spcPct val="120000"/>
              </a:lnSpc>
              <a:spcBef>
                <a:spcPts val="1200"/>
              </a:spcBef>
              <a:buClr>
                <a:srgbClr val="000000"/>
              </a:buClr>
              <a:buSzPct val="100000"/>
              <a:buFont typeface="Arial"/>
              <a:buChar char="•"/>
              <a:defRPr sz="1700">
                <a:solidFill>
                  <a:srgbClr val="0A0908"/>
                </a:solidFill>
                <a:latin typeface="Times New Roman"/>
                <a:ea typeface="Times New Roman"/>
                <a:cs typeface="Times New Roman"/>
                <a:sym typeface="Times New Roman"/>
              </a:defRPr>
            </a:pPr>
            <a:r>
              <a:rPr lang="en-US" sz="2200" dirty="0">
                <a:latin typeface="Century Schoolbook"/>
              </a:rPr>
              <a:t>Ashish </a:t>
            </a:r>
            <a:r>
              <a:rPr lang="en-US" sz="2200" dirty="0" err="1">
                <a:latin typeface="Century Schoolbook"/>
              </a:rPr>
              <a:t>sharma</a:t>
            </a:r>
            <a:r>
              <a:rPr lang="en-US" sz="2200" dirty="0">
                <a:latin typeface="Century Schoolbook"/>
              </a:rPr>
              <a:t>, Dinesh </a:t>
            </a:r>
            <a:r>
              <a:rPr lang="en-US" sz="2200" dirty="0" err="1">
                <a:latin typeface="Century Schoolbook"/>
              </a:rPr>
              <a:t>bhuriya</a:t>
            </a:r>
            <a:r>
              <a:rPr lang="en-US" sz="2200" dirty="0">
                <a:latin typeface="Century Schoolbook"/>
              </a:rPr>
              <a:t> and Upendra </a:t>
            </a:r>
            <a:r>
              <a:rPr lang="en-US" sz="2200" dirty="0" err="1">
                <a:latin typeface="Century Schoolbook"/>
              </a:rPr>
              <a:t>singh"Survey</a:t>
            </a:r>
            <a:r>
              <a:rPr lang="en-US" sz="2200" dirty="0">
                <a:latin typeface="Century Schoolbook"/>
              </a:rPr>
              <a:t> of stock market prediction using machine learning approach.</a:t>
            </a:r>
          </a:p>
          <a:p>
            <a:pPr marL="482600" indent="-342900" algn="just" defTabSz="457200">
              <a:lnSpc>
                <a:spcPct val="120000"/>
              </a:lnSpc>
              <a:spcBef>
                <a:spcPts val="1200"/>
              </a:spcBef>
              <a:buClr>
                <a:srgbClr val="000000"/>
              </a:buClr>
              <a:buSzPct val="100000"/>
              <a:buFont typeface="Arial"/>
              <a:buChar char="•"/>
              <a:defRPr sz="1700">
                <a:solidFill>
                  <a:srgbClr val="0A0908"/>
                </a:solidFill>
                <a:latin typeface="Times New Roman"/>
                <a:ea typeface="Times New Roman"/>
                <a:cs typeface="Times New Roman"/>
                <a:sym typeface="Times New Roman"/>
              </a:defRPr>
            </a:pPr>
            <a:r>
              <a:rPr lang="en-US" sz="2200" dirty="0">
                <a:latin typeface="Century Schoolbook"/>
              </a:rPr>
              <a:t>Sumeet </a:t>
            </a:r>
            <a:r>
              <a:rPr lang="en-US" sz="2200" dirty="0" err="1">
                <a:latin typeface="Century Schoolbook"/>
              </a:rPr>
              <a:t>sarode</a:t>
            </a:r>
            <a:r>
              <a:rPr lang="en-US" sz="2200" dirty="0">
                <a:latin typeface="Century Schoolbook"/>
              </a:rPr>
              <a:t>, Harsha G. Tolani, Prateek </a:t>
            </a:r>
            <a:r>
              <a:rPr lang="en-US" sz="2200" dirty="0" err="1">
                <a:latin typeface="Century Schoolbook"/>
              </a:rPr>
              <a:t>Kak,Lifna</a:t>
            </a:r>
            <a:r>
              <a:rPr lang="en-US" sz="2200" dirty="0">
                <a:latin typeface="Century Schoolbook"/>
              </a:rPr>
              <a:t> C S "Stock price prediction using machine learning techniques".</a:t>
            </a:r>
          </a:p>
          <a:p>
            <a:pPr marL="482600" indent="-342900" algn="just" defTabSz="457200">
              <a:lnSpc>
                <a:spcPct val="120000"/>
              </a:lnSpc>
              <a:spcBef>
                <a:spcPts val="1200"/>
              </a:spcBef>
              <a:buClr>
                <a:srgbClr val="000000"/>
              </a:buClr>
              <a:buSzPct val="100000"/>
              <a:buFont typeface="Arial"/>
              <a:buChar char="•"/>
              <a:defRPr sz="1700">
                <a:solidFill>
                  <a:srgbClr val="0A0908"/>
                </a:solidFill>
                <a:latin typeface="Times New Roman"/>
                <a:ea typeface="Times New Roman"/>
                <a:cs typeface="Times New Roman"/>
                <a:sym typeface="Times New Roman"/>
              </a:defRPr>
            </a:pPr>
            <a:r>
              <a:rPr lang="en-US" sz="2200" dirty="0">
                <a:latin typeface="Century Schoolbook"/>
                <a:ea typeface="+mj-lt"/>
                <a:cs typeface="+mj-lt"/>
              </a:rPr>
              <a:t>Schumaker, Robert, and </a:t>
            </a:r>
            <a:r>
              <a:rPr lang="en-US" sz="2200" dirty="0" err="1">
                <a:latin typeface="Century Schoolbook"/>
                <a:ea typeface="+mj-lt"/>
                <a:cs typeface="+mj-lt"/>
              </a:rPr>
              <a:t>Hsinchun</a:t>
            </a:r>
            <a:r>
              <a:rPr lang="en-US" sz="2200" dirty="0">
                <a:latin typeface="Century Schoolbook"/>
                <a:ea typeface="+mj-lt"/>
                <a:cs typeface="+mj-lt"/>
              </a:rPr>
              <a:t> Chen. "Textual analysis of stock market prediction using financial news articles." AMCIS 2018 Proceedings (2018): 185.</a:t>
            </a:r>
            <a:endParaRPr lang="en-US" sz="2200" dirty="0">
              <a:latin typeface="Century Schoolbook"/>
            </a:endParaRPr>
          </a:p>
        </p:txBody>
      </p:sp>
      <p:sp>
        <p:nvSpPr>
          <p:cNvPr id="275" name="REFERENCES"/>
          <p:cNvSpPr txBox="1"/>
          <p:nvPr/>
        </p:nvSpPr>
        <p:spPr>
          <a:xfrm>
            <a:off x="710557" y="299185"/>
            <a:ext cx="4026100" cy="7078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20" rIns="45719" bIns="45720" anchor="t">
            <a:spAutoFit/>
          </a:bodyPr>
          <a:lstStyle>
            <a:lvl1pPr>
              <a:defRPr sz="4000"/>
            </a:lvl1pPr>
          </a:lstStyle>
          <a:p>
            <a:r>
              <a:rPr b="1"/>
              <a:t>REFERENCES</a:t>
            </a:r>
            <a:endParaRPr lang="en-US" b="1"/>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a:extLst>
              <a:ext uri="{FF2B5EF4-FFF2-40B4-BE49-F238E27FC236}">
                <a16:creationId xmlns:a16="http://schemas.microsoft.com/office/drawing/2014/main" id="{6B34E75D-AD9D-C885-3945-81EBD34A1FCC}"/>
              </a:ext>
            </a:extLst>
          </p:cNvPr>
          <p:cNvPicPr>
            <a:picLocks noChangeAspect="1"/>
          </p:cNvPicPr>
          <p:nvPr/>
        </p:nvPicPr>
        <p:blipFill>
          <a:blip r:embed="rId2"/>
          <a:stretch>
            <a:fillRect/>
          </a:stretch>
        </p:blipFill>
        <p:spPr>
          <a:xfrm>
            <a:off x="928778" y="2111961"/>
            <a:ext cx="8738558" cy="3698003"/>
          </a:xfrm>
          <a:prstGeom prst="rect">
            <a:avLst/>
          </a:prstGeom>
        </p:spPr>
      </p:pic>
    </p:spTree>
  </p:cSld>
  <p:clrMapOvr>
    <a:masterClrMapping/>
  </p:clrMapOvr>
  <p:transition spd="med"/>
</p:sld>
</file>

<file path=ppt/theme/theme1.xml><?xml version="1.0" encoding="utf-8"?>
<a:theme xmlns:a="http://schemas.openxmlformats.org/drawingml/2006/main" name="View">
  <a:themeElements>
    <a:clrScheme name="View">
      <a:dk1>
        <a:srgbClr val="000000"/>
      </a:dk1>
      <a:lt1>
        <a:srgbClr val="FFFFFF"/>
      </a:lt1>
      <a:dk2>
        <a:srgbClr val="A7A7A7"/>
      </a:dk2>
      <a:lt2>
        <a:srgbClr val="535353"/>
      </a:lt2>
      <a:accent1>
        <a:srgbClr val="6F6F74"/>
      </a:accent1>
      <a:accent2>
        <a:srgbClr val="92A9B9"/>
      </a:accent2>
      <a:accent3>
        <a:srgbClr val="A7B789"/>
      </a:accent3>
      <a:accent4>
        <a:srgbClr val="B9A489"/>
      </a:accent4>
      <a:accent5>
        <a:srgbClr val="8D6374"/>
      </a:accent5>
      <a:accent6>
        <a:srgbClr val="9B7362"/>
      </a:accent6>
      <a:hlink>
        <a:srgbClr val="0000FF"/>
      </a:hlink>
      <a:folHlink>
        <a:srgbClr val="FF00FF"/>
      </a:folHlink>
    </a:clrScheme>
    <a:fontScheme name="View">
      <a:majorFont>
        <a:latin typeface="Century Schoolbook"/>
        <a:ea typeface="Century Schoolbook"/>
        <a:cs typeface="Century Schoolbook"/>
      </a:majorFont>
      <a:minorFont>
        <a:latin typeface="Helvetica"/>
        <a:ea typeface="Helvetica"/>
        <a:cs typeface="Helvetica"/>
      </a:minorFont>
    </a:fontScheme>
    <a:fmtScheme name="Vie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0800" dist="15240" dir="5400000" rotWithShape="0">
              <a:srgbClr val="000000">
                <a:alpha val="75000"/>
              </a:srgbClr>
            </a:outerShdw>
          </a:effectLst>
        </a:effectStyle>
        <a:effectStyle>
          <a:effectLst>
            <a:outerShdw blurRad="50800" dist="15240" dir="5400000" rotWithShape="0">
              <a:srgbClr val="000000">
                <a:alpha val="75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3970" cap="flat">
          <a:solidFill>
            <a:schemeClr val="accent1"/>
          </a:solidFill>
          <a:prstDash val="solid"/>
          <a:round/>
        </a:ln>
        <a:effectLst>
          <a:outerShdw blurRad="50800" dist="15240" dir="5400000" rotWithShape="0">
            <a:srgbClr val="000000">
              <a:alpha val="7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entury Schoolboo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397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entury Schoolboo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View">
  <a:themeElements>
    <a:clrScheme name="View">
      <a:dk1>
        <a:srgbClr val="000000"/>
      </a:dk1>
      <a:lt1>
        <a:srgbClr val="FFFFFF"/>
      </a:lt1>
      <a:dk2>
        <a:srgbClr val="A7A7A7"/>
      </a:dk2>
      <a:lt2>
        <a:srgbClr val="535353"/>
      </a:lt2>
      <a:accent1>
        <a:srgbClr val="6F6F74"/>
      </a:accent1>
      <a:accent2>
        <a:srgbClr val="92A9B9"/>
      </a:accent2>
      <a:accent3>
        <a:srgbClr val="A7B789"/>
      </a:accent3>
      <a:accent4>
        <a:srgbClr val="B9A489"/>
      </a:accent4>
      <a:accent5>
        <a:srgbClr val="8D6374"/>
      </a:accent5>
      <a:accent6>
        <a:srgbClr val="9B7362"/>
      </a:accent6>
      <a:hlink>
        <a:srgbClr val="0000FF"/>
      </a:hlink>
      <a:folHlink>
        <a:srgbClr val="FF00FF"/>
      </a:folHlink>
    </a:clrScheme>
    <a:fontScheme name="View">
      <a:majorFont>
        <a:latin typeface="Century Schoolbook"/>
        <a:ea typeface="Century Schoolbook"/>
        <a:cs typeface="Century Schoolbook"/>
      </a:majorFont>
      <a:minorFont>
        <a:latin typeface="Helvetica"/>
        <a:ea typeface="Helvetica"/>
        <a:cs typeface="Helvetica"/>
      </a:minorFont>
    </a:fontScheme>
    <a:fmtScheme name="Vie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0800" dist="15240" dir="5400000" rotWithShape="0">
              <a:srgbClr val="000000">
                <a:alpha val="75000"/>
              </a:srgbClr>
            </a:outerShdw>
          </a:effectLst>
        </a:effectStyle>
        <a:effectStyle>
          <a:effectLst>
            <a:outerShdw blurRad="50800" dist="15240" dir="5400000" rotWithShape="0">
              <a:srgbClr val="000000">
                <a:alpha val="75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3970" cap="flat">
          <a:solidFill>
            <a:schemeClr val="accent1"/>
          </a:solidFill>
          <a:prstDash val="solid"/>
          <a:round/>
        </a:ln>
        <a:effectLst>
          <a:outerShdw blurRad="50800" dist="15240" dir="5400000" rotWithShape="0">
            <a:srgbClr val="000000">
              <a:alpha val="7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entury Schoolboo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397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entury Schoolboo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17</Slides>
  <Notes>0</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View</vt:lpstr>
      <vt:lpstr>PowerPoint Presentation</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revision>163</cp:revision>
  <dcterms:modified xsi:type="dcterms:W3CDTF">2023-05-25T06:51:40Z</dcterms:modified>
</cp:coreProperties>
</file>